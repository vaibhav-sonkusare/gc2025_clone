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6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5143500" cx="9144000"/>
  <p:notesSz cx="6858000" cy="9144000"/>
  <p:embeddedFontLst>
    <p:embeddedFont>
      <p:font typeface="Dosis"/>
      <p:regular r:id="rId30"/>
      <p:bold r:id="rId31"/>
    </p:embeddedFont>
    <p:embeddedFont>
      <p:font typeface="Titillium Web"/>
      <p:regular r:id="rId32"/>
      <p:bold r:id="rId33"/>
      <p:italic r:id="rId34"/>
      <p:boldItalic r:id="rId35"/>
    </p:embeddedFont>
    <p:embeddedFont>
      <p:font typeface="Dosis Medium"/>
      <p:regular r:id="rId36"/>
      <p:bold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Dosis-bold.fntdata"/><Relationship Id="rId30" Type="http://schemas.openxmlformats.org/officeDocument/2006/relationships/font" Target="fonts/Dosis-regular.fntdata"/><Relationship Id="rId11" Type="http://schemas.openxmlformats.org/officeDocument/2006/relationships/slide" Target="slides/slide6.xml"/><Relationship Id="rId33" Type="http://schemas.openxmlformats.org/officeDocument/2006/relationships/font" Target="fonts/TitilliumWeb-bold.fntdata"/><Relationship Id="rId10" Type="http://schemas.openxmlformats.org/officeDocument/2006/relationships/slide" Target="slides/slide5.xml"/><Relationship Id="rId32" Type="http://schemas.openxmlformats.org/officeDocument/2006/relationships/font" Target="fonts/TitilliumWeb-regular.fntdata"/><Relationship Id="rId13" Type="http://schemas.openxmlformats.org/officeDocument/2006/relationships/slide" Target="slides/slide8.xml"/><Relationship Id="rId35" Type="http://schemas.openxmlformats.org/officeDocument/2006/relationships/font" Target="fonts/TitilliumWeb-boldItalic.fntdata"/><Relationship Id="rId12" Type="http://schemas.openxmlformats.org/officeDocument/2006/relationships/slide" Target="slides/slide7.xml"/><Relationship Id="rId34" Type="http://schemas.openxmlformats.org/officeDocument/2006/relationships/font" Target="fonts/TitilliumWeb-italic.fntdata"/><Relationship Id="rId15" Type="http://schemas.openxmlformats.org/officeDocument/2006/relationships/slide" Target="slides/slide10.xml"/><Relationship Id="rId37" Type="http://schemas.openxmlformats.org/officeDocument/2006/relationships/font" Target="fonts/DosisMedium-bold.fntdata"/><Relationship Id="rId14" Type="http://schemas.openxmlformats.org/officeDocument/2006/relationships/slide" Target="slides/slide9.xml"/><Relationship Id="rId36" Type="http://schemas.openxmlformats.org/officeDocument/2006/relationships/font" Target="fonts/DosisMedium-regular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6c75d0c54d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" name="Google Shape;49;g36c75d0c54d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97d3744084_2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g97d3744084_2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8f17c90fc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8f17c90fc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8f17c90fc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8f17c90fc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8f17c90fc4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8f17c90fc4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8f17c90fc4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8f17c90fc4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8f17c90fc4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8f17c90fc4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8f17c90fc4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8f17c90fc4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8f17c90fc4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8f17c90fc4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8f17c90fc4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8f17c90fc4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8f17c90fc4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8f17c90fc4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8f17c90fc4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8f17c90fc4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8f17c90fc4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8f17c90fc4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8f17c90fc4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8f17c90fc4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8f17c90fc4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8f17c90fc4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8f17c90fc4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8f17c90fc4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8f17c90fc4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8f17c90fc4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8f17c90fc4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8f17c90fc4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8f17c90fc4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8f17c90fc4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8f17c90fc4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8f17c90fc4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8f17c90fc4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8f17c90fc4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8f17c90fc4_0_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8f17c90fc4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8f17c90fc4_0_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8f17c90fc4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89c6bc869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89c6bc869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/>
          <p:nvPr>
            <p:ph type="ctrTitle"/>
          </p:nvPr>
        </p:nvSpPr>
        <p:spPr>
          <a:xfrm>
            <a:off x="1875025" y="3484300"/>
            <a:ext cx="7269000" cy="763200"/>
          </a:xfrm>
          <a:prstGeom prst="rect">
            <a:avLst/>
          </a:prstGeom>
          <a:noFill/>
        </p:spPr>
        <p:txBody>
          <a:bodyPr anchorCtr="0" anchor="b" bIns="91425" lIns="18287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4200"/>
              <a:buFont typeface="Dosis"/>
              <a:buNone/>
              <a:defRPr sz="4200">
                <a:solidFill>
                  <a:srgbClr val="073763"/>
                </a:solidFill>
                <a:latin typeface="Dosis"/>
                <a:ea typeface="Dosis"/>
                <a:cs typeface="Dosis"/>
                <a:sym typeface="Dosi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cxnSp>
        <p:nvCxnSpPr>
          <p:cNvPr id="14" name="Google Shape;14;p2"/>
          <p:cNvCxnSpPr/>
          <p:nvPr/>
        </p:nvCxnSpPr>
        <p:spPr>
          <a:xfrm>
            <a:off x="461175" y="2673625"/>
            <a:ext cx="7569600" cy="1200"/>
          </a:xfrm>
          <a:prstGeom prst="straightConnector1">
            <a:avLst/>
          </a:prstGeom>
          <a:noFill/>
          <a:ln cap="flat" cmpd="sng" w="9525">
            <a:solidFill>
              <a:srgbClr val="FF99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" name="Google Shape;15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3787" y="3300400"/>
            <a:ext cx="1600274" cy="1600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304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3600"/>
              <a:buFont typeface="Dosis"/>
              <a:buNone/>
              <a:defRPr sz="3600">
                <a:solidFill>
                  <a:srgbClr val="073763"/>
                </a:solidFill>
                <a:latin typeface="Dosis"/>
                <a:ea typeface="Dosis"/>
                <a:cs typeface="Dosis"/>
                <a:sym typeface="Dosi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3600"/>
              <a:buFont typeface="Dosis"/>
              <a:buNone/>
              <a:defRPr sz="3600">
                <a:solidFill>
                  <a:srgbClr val="073763"/>
                </a:solidFill>
                <a:latin typeface="Dosis"/>
                <a:ea typeface="Dosis"/>
                <a:cs typeface="Dosis"/>
                <a:sym typeface="Dosi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3600"/>
              <a:buFont typeface="Dosis"/>
              <a:buNone/>
              <a:defRPr sz="3600">
                <a:solidFill>
                  <a:srgbClr val="073763"/>
                </a:solidFill>
                <a:latin typeface="Dosis"/>
                <a:ea typeface="Dosis"/>
                <a:cs typeface="Dosis"/>
                <a:sym typeface="Dosi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3600"/>
              <a:buFont typeface="Dosis"/>
              <a:buNone/>
              <a:defRPr sz="3600">
                <a:solidFill>
                  <a:srgbClr val="073763"/>
                </a:solidFill>
                <a:latin typeface="Dosis"/>
                <a:ea typeface="Dosis"/>
                <a:cs typeface="Dosis"/>
                <a:sym typeface="Dosi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3600"/>
              <a:buFont typeface="Dosis"/>
              <a:buNone/>
              <a:defRPr sz="3600">
                <a:solidFill>
                  <a:srgbClr val="073763"/>
                </a:solidFill>
                <a:latin typeface="Dosis"/>
                <a:ea typeface="Dosis"/>
                <a:cs typeface="Dosis"/>
                <a:sym typeface="Dosi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3600"/>
              <a:buFont typeface="Dosis"/>
              <a:buNone/>
              <a:defRPr sz="3600">
                <a:solidFill>
                  <a:srgbClr val="073763"/>
                </a:solidFill>
                <a:latin typeface="Dosis"/>
                <a:ea typeface="Dosis"/>
                <a:cs typeface="Dosis"/>
                <a:sym typeface="Dosi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3600"/>
              <a:buFont typeface="Dosis"/>
              <a:buNone/>
              <a:defRPr sz="3600">
                <a:solidFill>
                  <a:srgbClr val="073763"/>
                </a:solidFill>
                <a:latin typeface="Dosis"/>
                <a:ea typeface="Dosis"/>
                <a:cs typeface="Dosis"/>
                <a:sym typeface="Dosi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3600"/>
              <a:buFont typeface="Dosis"/>
              <a:buNone/>
              <a:defRPr sz="3600">
                <a:solidFill>
                  <a:srgbClr val="073763"/>
                </a:solidFill>
                <a:latin typeface="Dosis"/>
                <a:ea typeface="Dosis"/>
                <a:cs typeface="Dosis"/>
                <a:sym typeface="Dosi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3600"/>
              <a:buFont typeface="Dosis"/>
              <a:buNone/>
              <a:defRPr sz="3600">
                <a:solidFill>
                  <a:srgbClr val="073763"/>
                </a:solidFill>
                <a:latin typeface="Dosis"/>
                <a:ea typeface="Dosis"/>
                <a:cs typeface="Dosis"/>
                <a:sym typeface="Dosis"/>
              </a:defRPr>
            </a:lvl9pPr>
          </a:lstStyle>
          <a:p/>
        </p:txBody>
      </p:sp>
      <p:cxnSp>
        <p:nvCxnSpPr>
          <p:cNvPr id="19" name="Google Shape;19;p3"/>
          <p:cNvCxnSpPr>
            <a:endCxn id="18" idx="2"/>
          </p:cNvCxnSpPr>
          <p:nvPr/>
        </p:nvCxnSpPr>
        <p:spPr>
          <a:xfrm>
            <a:off x="461100" y="2978550"/>
            <a:ext cx="4110900" cy="14100"/>
          </a:xfrm>
          <a:prstGeom prst="straightConnector1">
            <a:avLst/>
          </a:prstGeom>
          <a:noFill/>
          <a:ln cap="flat" cmpd="sng" w="9525">
            <a:solidFill>
              <a:srgbClr val="FF99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0" y="0"/>
            <a:ext cx="9144000" cy="5400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Titillium Web"/>
              <a:buNone/>
              <a:defRPr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Dosis"/>
              <a:buNone/>
              <a:defRPr>
                <a:latin typeface="Dosis"/>
                <a:ea typeface="Dosis"/>
                <a:cs typeface="Dosis"/>
                <a:sym typeface="Dosi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Dosis"/>
              <a:buNone/>
              <a:defRPr>
                <a:latin typeface="Dosis"/>
                <a:ea typeface="Dosis"/>
                <a:cs typeface="Dosis"/>
                <a:sym typeface="Dosi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Dosis"/>
              <a:buNone/>
              <a:defRPr>
                <a:latin typeface="Dosis"/>
                <a:ea typeface="Dosis"/>
                <a:cs typeface="Dosis"/>
                <a:sym typeface="Dosi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Dosis"/>
              <a:buNone/>
              <a:defRPr>
                <a:latin typeface="Dosis"/>
                <a:ea typeface="Dosis"/>
                <a:cs typeface="Dosis"/>
                <a:sym typeface="Dosi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Dosis"/>
              <a:buNone/>
              <a:defRPr>
                <a:latin typeface="Dosis"/>
                <a:ea typeface="Dosis"/>
                <a:cs typeface="Dosis"/>
                <a:sym typeface="Dosi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Dosis"/>
              <a:buNone/>
              <a:defRPr>
                <a:latin typeface="Dosis"/>
                <a:ea typeface="Dosis"/>
                <a:cs typeface="Dosis"/>
                <a:sym typeface="Dosi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Dosis"/>
              <a:buNone/>
              <a:defRPr>
                <a:latin typeface="Dosis"/>
                <a:ea typeface="Dosis"/>
                <a:cs typeface="Dosis"/>
                <a:sym typeface="Dosi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Dosis"/>
              <a:buNone/>
              <a:defRPr>
                <a:latin typeface="Dosis"/>
                <a:ea typeface="Dosis"/>
                <a:cs typeface="Dosis"/>
                <a:sym typeface="Dosis"/>
              </a:defRPr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190825" y="701700"/>
            <a:ext cx="8714700" cy="39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100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Titillium Web"/>
              <a:buChar char="●"/>
              <a:defRPr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indent="-317500" lvl="1" marL="914400">
              <a:spcBef>
                <a:spcPts val="1000"/>
              </a:spcBef>
              <a:spcAft>
                <a:spcPts val="0"/>
              </a:spcAft>
              <a:buClr>
                <a:srgbClr val="0B5394"/>
              </a:buClr>
              <a:buSzPts val="1400"/>
              <a:buFont typeface="Titillium Web"/>
              <a:buChar char="○"/>
              <a:defRPr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indent="-317500" lvl="2" marL="1371600">
              <a:spcBef>
                <a:spcPts val="1000"/>
              </a:spcBef>
              <a:spcAft>
                <a:spcPts val="0"/>
              </a:spcAft>
              <a:buClr>
                <a:srgbClr val="0B5394"/>
              </a:buClr>
              <a:buSzPts val="1400"/>
              <a:buFont typeface="Titillium Web"/>
              <a:buChar char="■"/>
              <a:defRPr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indent="-317500" lvl="3" marL="1828800">
              <a:spcBef>
                <a:spcPts val="1000"/>
              </a:spcBef>
              <a:spcAft>
                <a:spcPts val="0"/>
              </a:spcAft>
              <a:buClr>
                <a:srgbClr val="0B5394"/>
              </a:buClr>
              <a:buSzPts val="1400"/>
              <a:buFont typeface="Titillium Web"/>
              <a:buChar char="●"/>
              <a:defRPr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indent="-317500" lvl="4" marL="2286000">
              <a:spcBef>
                <a:spcPts val="1000"/>
              </a:spcBef>
              <a:spcAft>
                <a:spcPts val="0"/>
              </a:spcAft>
              <a:buClr>
                <a:srgbClr val="0B5394"/>
              </a:buClr>
              <a:buSzPts val="1400"/>
              <a:buFont typeface="Titillium Web"/>
              <a:buChar char="○"/>
              <a:defRPr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indent="-317500" lvl="5" marL="2743200">
              <a:spcBef>
                <a:spcPts val="1000"/>
              </a:spcBef>
              <a:spcAft>
                <a:spcPts val="0"/>
              </a:spcAft>
              <a:buClr>
                <a:srgbClr val="0B5394"/>
              </a:buClr>
              <a:buSzPts val="1400"/>
              <a:buFont typeface="Titillium Web"/>
              <a:buChar char="■"/>
              <a:defRPr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6pPr>
            <a:lvl7pPr indent="-317500" lvl="6" marL="3200400">
              <a:spcBef>
                <a:spcPts val="1000"/>
              </a:spcBef>
              <a:spcAft>
                <a:spcPts val="0"/>
              </a:spcAft>
              <a:buClr>
                <a:srgbClr val="0B5394"/>
              </a:buClr>
              <a:buSzPts val="1400"/>
              <a:buFont typeface="Titillium Web"/>
              <a:buChar char="●"/>
              <a:defRPr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7pPr>
            <a:lvl8pPr indent="-317500" lvl="7" marL="3657600">
              <a:spcBef>
                <a:spcPts val="1000"/>
              </a:spcBef>
              <a:spcAft>
                <a:spcPts val="0"/>
              </a:spcAft>
              <a:buClr>
                <a:srgbClr val="0B5394"/>
              </a:buClr>
              <a:buSzPts val="1400"/>
              <a:buFont typeface="Titillium Web"/>
              <a:buChar char="○"/>
              <a:defRPr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8pPr>
            <a:lvl9pPr indent="-317500" lvl="8" marL="4114800">
              <a:spcBef>
                <a:spcPts val="1000"/>
              </a:spcBef>
              <a:spcAft>
                <a:spcPts val="1000"/>
              </a:spcAft>
              <a:buClr>
                <a:srgbClr val="0B5394"/>
              </a:buClr>
              <a:buSzPts val="1400"/>
              <a:buFont typeface="Titillium Web"/>
              <a:buChar char="■"/>
              <a:defRPr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/>
        </p:txBody>
      </p:sp>
      <p:cxnSp>
        <p:nvCxnSpPr>
          <p:cNvPr id="23" name="Google Shape;23;p4"/>
          <p:cNvCxnSpPr/>
          <p:nvPr/>
        </p:nvCxnSpPr>
        <p:spPr>
          <a:xfrm>
            <a:off x="3975" y="540025"/>
            <a:ext cx="9132000" cy="600"/>
          </a:xfrm>
          <a:prstGeom prst="straightConnector1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7818325" y="4815900"/>
            <a:ext cx="402300" cy="25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0" y="0"/>
            <a:ext cx="9144000" cy="5400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Dosis"/>
              <a:buNone/>
              <a:defRPr>
                <a:latin typeface="Dosis"/>
                <a:ea typeface="Dosis"/>
                <a:cs typeface="Dosis"/>
                <a:sym typeface="Dosi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Dosis"/>
              <a:buNone/>
              <a:defRPr>
                <a:latin typeface="Dosis"/>
                <a:ea typeface="Dosis"/>
                <a:cs typeface="Dosis"/>
                <a:sym typeface="Dosi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Dosis"/>
              <a:buNone/>
              <a:defRPr>
                <a:latin typeface="Dosis"/>
                <a:ea typeface="Dosis"/>
                <a:cs typeface="Dosis"/>
                <a:sym typeface="Dosi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Dosis"/>
              <a:buNone/>
              <a:defRPr>
                <a:latin typeface="Dosis"/>
                <a:ea typeface="Dosis"/>
                <a:cs typeface="Dosis"/>
                <a:sym typeface="Dosi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Dosis"/>
              <a:buNone/>
              <a:defRPr>
                <a:latin typeface="Dosis"/>
                <a:ea typeface="Dosis"/>
                <a:cs typeface="Dosis"/>
                <a:sym typeface="Dosi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Dosis"/>
              <a:buNone/>
              <a:defRPr>
                <a:latin typeface="Dosis"/>
                <a:ea typeface="Dosis"/>
                <a:cs typeface="Dosis"/>
                <a:sym typeface="Dosi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Dosis"/>
              <a:buNone/>
              <a:defRPr>
                <a:latin typeface="Dosis"/>
                <a:ea typeface="Dosis"/>
                <a:cs typeface="Dosis"/>
                <a:sym typeface="Dosi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Dosis"/>
              <a:buNone/>
              <a:defRPr>
                <a:latin typeface="Dosis"/>
                <a:ea typeface="Dosis"/>
                <a:cs typeface="Dosis"/>
                <a:sym typeface="Dosi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Dosis"/>
              <a:buNone/>
              <a:defRPr>
                <a:latin typeface="Dosis"/>
                <a:ea typeface="Dosis"/>
                <a:cs typeface="Dosis"/>
                <a:sym typeface="Dosis"/>
              </a:defRPr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270350" y="739475"/>
            <a:ext cx="4041300" cy="394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1000"/>
              </a:spcBef>
              <a:spcAft>
                <a:spcPts val="0"/>
              </a:spcAft>
              <a:buClr>
                <a:srgbClr val="073763"/>
              </a:buClr>
              <a:buSzPts val="1400"/>
              <a:buFont typeface="Titillium Web"/>
              <a:buChar char="●"/>
              <a:defRPr sz="1400">
                <a:solidFill>
                  <a:srgbClr val="073763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Clr>
                <a:srgbClr val="073763"/>
              </a:buClr>
              <a:buSzPts val="1200"/>
              <a:buFont typeface="Titillium Web"/>
              <a:buChar char="○"/>
              <a:defRPr sz="1200">
                <a:solidFill>
                  <a:srgbClr val="073763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Clr>
                <a:srgbClr val="073763"/>
              </a:buClr>
              <a:buSzPts val="1200"/>
              <a:buFont typeface="Titillium Web"/>
              <a:buChar char="■"/>
              <a:defRPr sz="1200">
                <a:solidFill>
                  <a:srgbClr val="073763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Clr>
                <a:srgbClr val="073763"/>
              </a:buClr>
              <a:buSzPts val="1200"/>
              <a:buFont typeface="Titillium Web"/>
              <a:buChar char="●"/>
              <a:defRPr sz="1200">
                <a:solidFill>
                  <a:srgbClr val="073763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Clr>
                <a:srgbClr val="073763"/>
              </a:buClr>
              <a:buSzPts val="1200"/>
              <a:buFont typeface="Titillium Web"/>
              <a:buChar char="○"/>
              <a:defRPr sz="1200">
                <a:solidFill>
                  <a:srgbClr val="073763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Clr>
                <a:srgbClr val="073763"/>
              </a:buClr>
              <a:buSzPts val="1200"/>
              <a:buFont typeface="Titillium Web"/>
              <a:buChar char="■"/>
              <a:defRPr sz="1200">
                <a:solidFill>
                  <a:srgbClr val="073763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Clr>
                <a:srgbClr val="073763"/>
              </a:buClr>
              <a:buSzPts val="1200"/>
              <a:buFont typeface="Titillium Web"/>
              <a:buChar char="●"/>
              <a:defRPr sz="1200">
                <a:solidFill>
                  <a:srgbClr val="073763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Clr>
                <a:srgbClr val="073763"/>
              </a:buClr>
              <a:buSzPts val="1200"/>
              <a:buFont typeface="Titillium Web"/>
              <a:buChar char="○"/>
              <a:defRPr sz="1200">
                <a:solidFill>
                  <a:srgbClr val="073763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Clr>
                <a:srgbClr val="073763"/>
              </a:buClr>
              <a:buSzPts val="1200"/>
              <a:buFont typeface="Titillium Web"/>
              <a:buChar char="■"/>
              <a:defRPr sz="1200">
                <a:solidFill>
                  <a:srgbClr val="073763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691275" y="739475"/>
            <a:ext cx="4140900" cy="394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1000"/>
              </a:spcBef>
              <a:spcAft>
                <a:spcPts val="0"/>
              </a:spcAft>
              <a:buClr>
                <a:srgbClr val="073763"/>
              </a:buClr>
              <a:buSzPts val="1400"/>
              <a:buFont typeface="Titillium Web"/>
              <a:buChar char="●"/>
              <a:defRPr sz="1400">
                <a:solidFill>
                  <a:srgbClr val="073763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Clr>
                <a:srgbClr val="073763"/>
              </a:buClr>
              <a:buSzPts val="1200"/>
              <a:buFont typeface="Titillium Web"/>
              <a:buChar char="○"/>
              <a:defRPr sz="1200">
                <a:solidFill>
                  <a:srgbClr val="073763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Clr>
                <a:srgbClr val="073763"/>
              </a:buClr>
              <a:buSzPts val="1200"/>
              <a:buFont typeface="Titillium Web"/>
              <a:buChar char="■"/>
              <a:defRPr sz="1200">
                <a:solidFill>
                  <a:srgbClr val="073763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Clr>
                <a:srgbClr val="073763"/>
              </a:buClr>
              <a:buSzPts val="1200"/>
              <a:buFont typeface="Titillium Web"/>
              <a:buChar char="●"/>
              <a:defRPr sz="1200">
                <a:solidFill>
                  <a:srgbClr val="073763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Clr>
                <a:srgbClr val="073763"/>
              </a:buClr>
              <a:buSzPts val="1200"/>
              <a:buFont typeface="Titillium Web"/>
              <a:buChar char="○"/>
              <a:defRPr sz="1200">
                <a:solidFill>
                  <a:srgbClr val="073763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Clr>
                <a:srgbClr val="073763"/>
              </a:buClr>
              <a:buSzPts val="1200"/>
              <a:buFont typeface="Titillium Web"/>
              <a:buChar char="■"/>
              <a:defRPr sz="1200">
                <a:solidFill>
                  <a:srgbClr val="073763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Clr>
                <a:srgbClr val="073763"/>
              </a:buClr>
              <a:buSzPts val="1200"/>
              <a:buFont typeface="Titillium Web"/>
              <a:buChar char="●"/>
              <a:defRPr sz="1200">
                <a:solidFill>
                  <a:srgbClr val="073763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Clr>
                <a:srgbClr val="073763"/>
              </a:buClr>
              <a:buSzPts val="1200"/>
              <a:buFont typeface="Titillium Web"/>
              <a:buChar char="○"/>
              <a:defRPr sz="1200">
                <a:solidFill>
                  <a:srgbClr val="073763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Clr>
                <a:srgbClr val="073763"/>
              </a:buClr>
              <a:buSzPts val="1200"/>
              <a:buFont typeface="Titillium Web"/>
              <a:buChar char="■"/>
              <a:defRPr sz="1200">
                <a:solidFill>
                  <a:srgbClr val="073763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/>
        </p:txBody>
      </p:sp>
      <p:cxnSp>
        <p:nvCxnSpPr>
          <p:cNvPr id="29" name="Google Shape;29;p5"/>
          <p:cNvCxnSpPr/>
          <p:nvPr/>
        </p:nvCxnSpPr>
        <p:spPr>
          <a:xfrm>
            <a:off x="3975" y="540025"/>
            <a:ext cx="9132000" cy="600"/>
          </a:xfrm>
          <a:prstGeom prst="straightConnector1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7818325" y="4815900"/>
            <a:ext cx="402300" cy="25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0" y="0"/>
            <a:ext cx="9144000" cy="5400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Dosis"/>
              <a:buNone/>
              <a:defRPr>
                <a:latin typeface="Dosis"/>
                <a:ea typeface="Dosis"/>
                <a:cs typeface="Dosis"/>
                <a:sym typeface="Dosi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Dosis"/>
              <a:buNone/>
              <a:defRPr>
                <a:latin typeface="Dosis"/>
                <a:ea typeface="Dosis"/>
                <a:cs typeface="Dosis"/>
                <a:sym typeface="Dosi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Dosis"/>
              <a:buNone/>
              <a:defRPr>
                <a:latin typeface="Dosis"/>
                <a:ea typeface="Dosis"/>
                <a:cs typeface="Dosis"/>
                <a:sym typeface="Dosi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Dosis"/>
              <a:buNone/>
              <a:defRPr>
                <a:latin typeface="Dosis"/>
                <a:ea typeface="Dosis"/>
                <a:cs typeface="Dosis"/>
                <a:sym typeface="Dosi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Dosis"/>
              <a:buNone/>
              <a:defRPr>
                <a:latin typeface="Dosis"/>
                <a:ea typeface="Dosis"/>
                <a:cs typeface="Dosis"/>
                <a:sym typeface="Dosi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Dosis"/>
              <a:buNone/>
              <a:defRPr>
                <a:latin typeface="Dosis"/>
                <a:ea typeface="Dosis"/>
                <a:cs typeface="Dosis"/>
                <a:sym typeface="Dosi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Dosis"/>
              <a:buNone/>
              <a:defRPr>
                <a:latin typeface="Dosis"/>
                <a:ea typeface="Dosis"/>
                <a:cs typeface="Dosis"/>
                <a:sym typeface="Dosi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Dosis"/>
              <a:buNone/>
              <a:defRPr>
                <a:latin typeface="Dosis"/>
                <a:ea typeface="Dosis"/>
                <a:cs typeface="Dosis"/>
                <a:sym typeface="Dosi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Dosis"/>
              <a:buNone/>
              <a:defRPr>
                <a:latin typeface="Dosis"/>
                <a:ea typeface="Dosis"/>
                <a:cs typeface="Dosis"/>
                <a:sym typeface="Dosis"/>
              </a:defRPr>
            </a:lvl9pPr>
          </a:lstStyle>
          <a:p/>
        </p:txBody>
      </p:sp>
      <p:cxnSp>
        <p:nvCxnSpPr>
          <p:cNvPr id="33" name="Google Shape;33;p6"/>
          <p:cNvCxnSpPr/>
          <p:nvPr/>
        </p:nvCxnSpPr>
        <p:spPr>
          <a:xfrm>
            <a:off x="3975" y="540025"/>
            <a:ext cx="9132000" cy="600"/>
          </a:xfrm>
          <a:prstGeom prst="straightConnector1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" name="Google Shape;34;p6"/>
          <p:cNvSpPr txBox="1"/>
          <p:nvPr>
            <p:ph idx="12" type="sldNum"/>
          </p:nvPr>
        </p:nvSpPr>
        <p:spPr>
          <a:xfrm>
            <a:off x="8238625" y="4892100"/>
            <a:ext cx="337800" cy="25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"/>
          <p:cNvSpPr txBox="1"/>
          <p:nvPr>
            <p:ph type="ctrTitle"/>
          </p:nvPr>
        </p:nvSpPr>
        <p:spPr>
          <a:xfrm>
            <a:off x="311700" y="1862025"/>
            <a:ext cx="8520600" cy="763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8287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4200"/>
              <a:buFont typeface="Arial"/>
              <a:buNone/>
              <a:defRPr sz="4200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7" name="Google Shape;37;p7"/>
          <p:cNvSpPr txBox="1"/>
          <p:nvPr>
            <p:ph idx="1" type="subTitle"/>
          </p:nvPr>
        </p:nvSpPr>
        <p:spPr>
          <a:xfrm>
            <a:off x="311688" y="26736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/>
              <a:buNone/>
              <a:defRPr sz="2800">
                <a:latin typeface="Arial"/>
                <a:ea typeface="Arial"/>
                <a:cs typeface="Arial"/>
                <a:sym typeface="Arial"/>
              </a:defRPr>
            </a:lvl2pPr>
            <a:lvl3pPr lvl="2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/>
              <a:buNone/>
              <a:defRPr sz="2800">
                <a:latin typeface="Arial"/>
                <a:ea typeface="Arial"/>
                <a:cs typeface="Arial"/>
                <a:sym typeface="Arial"/>
              </a:defRPr>
            </a:lvl3pPr>
            <a:lvl4pPr lvl="3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/>
              <a:buNone/>
              <a:defRPr sz="2800">
                <a:latin typeface="Arial"/>
                <a:ea typeface="Arial"/>
                <a:cs typeface="Arial"/>
                <a:sym typeface="Arial"/>
              </a:defRPr>
            </a:lvl4pPr>
            <a:lvl5pPr lvl="4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/>
              <a:buNone/>
              <a:defRPr sz="2800">
                <a:latin typeface="Arial"/>
                <a:ea typeface="Arial"/>
                <a:cs typeface="Arial"/>
                <a:sym typeface="Arial"/>
              </a:defRPr>
            </a:lvl5pPr>
            <a:lvl6pPr lvl="5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/>
              <a:buNone/>
              <a:defRPr sz="2800">
                <a:latin typeface="Arial"/>
                <a:ea typeface="Arial"/>
                <a:cs typeface="Arial"/>
                <a:sym typeface="Arial"/>
              </a:defRPr>
            </a:lvl6pPr>
            <a:lvl7pPr lvl="6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/>
              <a:buNone/>
              <a:defRPr sz="2800">
                <a:latin typeface="Arial"/>
                <a:ea typeface="Arial"/>
                <a:cs typeface="Arial"/>
                <a:sym typeface="Arial"/>
              </a:defRPr>
            </a:lvl7pPr>
            <a:lvl8pPr lvl="7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/>
              <a:buNone/>
              <a:defRPr sz="2800">
                <a:latin typeface="Arial"/>
                <a:ea typeface="Arial"/>
                <a:cs typeface="Arial"/>
                <a:sym typeface="Arial"/>
              </a:defRPr>
            </a:lvl8pPr>
            <a:lvl9pPr lvl="8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/>
              <a:buNone/>
              <a:defRPr sz="2800"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38" name="Google Shape;38;p7"/>
          <p:cNvCxnSpPr/>
          <p:nvPr/>
        </p:nvCxnSpPr>
        <p:spPr>
          <a:xfrm>
            <a:off x="461175" y="2673625"/>
            <a:ext cx="7569600" cy="1200"/>
          </a:xfrm>
          <a:prstGeom prst="straightConnector1">
            <a:avLst/>
          </a:prstGeom>
          <a:noFill/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39" name="Google Shape;39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771862" y="52850"/>
            <a:ext cx="1600274" cy="1600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">
  <p:cSld name="TITLE_2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 txBox="1"/>
          <p:nvPr>
            <p:ph type="ctrTitle"/>
          </p:nvPr>
        </p:nvSpPr>
        <p:spPr>
          <a:xfrm>
            <a:off x="311700" y="1862025"/>
            <a:ext cx="8520600" cy="763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8287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4200"/>
              <a:buFont typeface="Dosis"/>
              <a:buNone/>
              <a:defRPr sz="4200">
                <a:solidFill>
                  <a:srgbClr val="073763"/>
                </a:solidFill>
                <a:latin typeface="Dosis"/>
                <a:ea typeface="Dosis"/>
                <a:cs typeface="Dosis"/>
                <a:sym typeface="Dosi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4" name="Google Shape;44;p9"/>
          <p:cNvSpPr txBox="1"/>
          <p:nvPr>
            <p:ph idx="1" type="subTitle"/>
          </p:nvPr>
        </p:nvSpPr>
        <p:spPr>
          <a:xfrm>
            <a:off x="311688" y="26736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Titillium Web"/>
              <a:buNone/>
              <a:defRPr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Titillium Web"/>
              <a:buNone/>
              <a:defRPr sz="2800">
                <a:latin typeface="Titillium Web"/>
                <a:ea typeface="Titillium Web"/>
                <a:cs typeface="Titillium Web"/>
                <a:sym typeface="Titillium Web"/>
              </a:defRPr>
            </a:lvl2pPr>
            <a:lvl3pPr lvl="2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Titillium Web"/>
              <a:buNone/>
              <a:defRPr sz="2800">
                <a:latin typeface="Titillium Web"/>
                <a:ea typeface="Titillium Web"/>
                <a:cs typeface="Titillium Web"/>
                <a:sym typeface="Titillium Web"/>
              </a:defRPr>
            </a:lvl3pPr>
            <a:lvl4pPr lvl="3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Titillium Web"/>
              <a:buNone/>
              <a:defRPr sz="2800">
                <a:latin typeface="Titillium Web"/>
                <a:ea typeface="Titillium Web"/>
                <a:cs typeface="Titillium Web"/>
                <a:sym typeface="Titillium Web"/>
              </a:defRPr>
            </a:lvl4pPr>
            <a:lvl5pPr lvl="4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Titillium Web"/>
              <a:buNone/>
              <a:defRPr sz="2800">
                <a:latin typeface="Titillium Web"/>
                <a:ea typeface="Titillium Web"/>
                <a:cs typeface="Titillium Web"/>
                <a:sym typeface="Titillium Web"/>
              </a:defRPr>
            </a:lvl5pPr>
            <a:lvl6pPr lvl="5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Titillium Web"/>
              <a:buNone/>
              <a:defRPr sz="2800">
                <a:latin typeface="Titillium Web"/>
                <a:ea typeface="Titillium Web"/>
                <a:cs typeface="Titillium Web"/>
                <a:sym typeface="Titillium Web"/>
              </a:defRPr>
            </a:lvl6pPr>
            <a:lvl7pPr lvl="6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Titillium Web"/>
              <a:buNone/>
              <a:defRPr sz="2800">
                <a:latin typeface="Titillium Web"/>
                <a:ea typeface="Titillium Web"/>
                <a:cs typeface="Titillium Web"/>
                <a:sym typeface="Titillium Web"/>
              </a:defRPr>
            </a:lvl7pPr>
            <a:lvl8pPr lvl="7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Titillium Web"/>
              <a:buNone/>
              <a:defRPr sz="2800">
                <a:latin typeface="Titillium Web"/>
                <a:ea typeface="Titillium Web"/>
                <a:cs typeface="Titillium Web"/>
                <a:sym typeface="Titillium Web"/>
              </a:defRPr>
            </a:lvl8pPr>
            <a:lvl9pPr lvl="8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Titillium Web"/>
              <a:buNone/>
              <a:defRPr sz="2800"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/>
        </p:txBody>
      </p:sp>
      <p:cxnSp>
        <p:nvCxnSpPr>
          <p:cNvPr id="45" name="Google Shape;45;p9"/>
          <p:cNvCxnSpPr/>
          <p:nvPr/>
        </p:nvCxnSpPr>
        <p:spPr>
          <a:xfrm>
            <a:off x="461175" y="2673625"/>
            <a:ext cx="7569600" cy="1200"/>
          </a:xfrm>
          <a:prstGeom prst="straightConnector1">
            <a:avLst/>
          </a:prstGeom>
          <a:noFill/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46" name="Google Shape;46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771862" y="52850"/>
            <a:ext cx="1600274" cy="1600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0" Type="http://schemas.openxmlformats.org/officeDocument/2006/relationships/theme" Target="../theme/theme2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073763"/>
          </a:solidFill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tillium Web"/>
              <a:buNone/>
              <a:defRPr b="1" sz="28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tillium Web"/>
              <a:buNone/>
              <a:defRPr b="1" sz="28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tillium Web"/>
              <a:buNone/>
              <a:defRPr b="1" sz="28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tillium Web"/>
              <a:buNone/>
              <a:defRPr b="1" sz="28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tillium Web"/>
              <a:buNone/>
              <a:defRPr b="1" sz="28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tillium Web"/>
              <a:buNone/>
              <a:defRPr b="1" sz="28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tillium Web"/>
              <a:buNone/>
              <a:defRPr b="1" sz="28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tillium Web"/>
              <a:buNone/>
              <a:defRPr b="1" sz="28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tillium Web"/>
              <a:buNone/>
              <a:defRPr b="1" sz="28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100" y="701700"/>
            <a:ext cx="8822400" cy="39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Titillium Web"/>
              <a:buChar char="●"/>
              <a:defRPr sz="18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indent="-3175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B5394"/>
              </a:buClr>
              <a:buSzPts val="1400"/>
              <a:buFont typeface="Titillium Web"/>
              <a:buChar char="○"/>
              <a:defRPr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indent="-3175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B5394"/>
              </a:buClr>
              <a:buSzPts val="1400"/>
              <a:buFont typeface="Titillium Web"/>
              <a:buChar char="■"/>
              <a:defRPr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indent="-3175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B5394"/>
              </a:buClr>
              <a:buSzPts val="1400"/>
              <a:buFont typeface="Titillium Web"/>
              <a:buChar char="●"/>
              <a:defRPr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indent="-3175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B5394"/>
              </a:buClr>
              <a:buSzPts val="1400"/>
              <a:buFont typeface="Titillium Web"/>
              <a:buChar char="○"/>
              <a:defRPr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indent="-3175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B5394"/>
              </a:buClr>
              <a:buSzPts val="1400"/>
              <a:buFont typeface="Titillium Web"/>
              <a:buChar char="■"/>
              <a:defRPr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6pPr>
            <a:lvl7pPr indent="-3175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B5394"/>
              </a:buClr>
              <a:buSzPts val="1400"/>
              <a:buFont typeface="Titillium Web"/>
              <a:buChar char="●"/>
              <a:defRPr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7pPr>
            <a:lvl8pPr indent="-3175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B5394"/>
              </a:buClr>
              <a:buSzPts val="1400"/>
              <a:buFont typeface="Titillium Web"/>
              <a:buChar char="○"/>
              <a:defRPr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8pPr>
            <a:lvl9pPr indent="-3175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B5394"/>
              </a:buClr>
              <a:buSzPts val="1400"/>
              <a:buFont typeface="Titillium Web"/>
              <a:buChar char="■"/>
              <a:defRPr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/>
        </p:txBody>
      </p:sp>
      <p:sp>
        <p:nvSpPr>
          <p:cNvPr id="8" name="Google Shape;8;p1"/>
          <p:cNvSpPr txBox="1"/>
          <p:nvPr/>
        </p:nvSpPr>
        <p:spPr>
          <a:xfrm>
            <a:off x="39775" y="4926600"/>
            <a:ext cx="75183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" name="Google Shape;9;p1"/>
          <p:cNvSpPr txBox="1"/>
          <p:nvPr>
            <p:ph idx="2" type="title"/>
          </p:nvPr>
        </p:nvSpPr>
        <p:spPr>
          <a:xfrm>
            <a:off x="3975" y="4815975"/>
            <a:ext cx="7587600" cy="251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0" sz="1100">
                <a:solidFill>
                  <a:srgbClr val="000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7818325" y="4815900"/>
            <a:ext cx="402300" cy="2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100"/>
            </a:lvl1pPr>
            <a:lvl2pPr lvl="1">
              <a:buNone/>
              <a:defRPr sz="1100"/>
            </a:lvl2pPr>
            <a:lvl3pPr lvl="2">
              <a:buNone/>
              <a:defRPr sz="1100"/>
            </a:lvl3pPr>
            <a:lvl4pPr lvl="3">
              <a:buNone/>
              <a:defRPr sz="1100"/>
            </a:lvl4pPr>
            <a:lvl5pPr lvl="4">
              <a:buNone/>
              <a:defRPr sz="1100"/>
            </a:lvl5pPr>
            <a:lvl6pPr lvl="5">
              <a:buNone/>
              <a:defRPr sz="1100"/>
            </a:lvl6pPr>
            <a:lvl7pPr lvl="6">
              <a:buNone/>
              <a:defRPr sz="1100"/>
            </a:lvl7pPr>
            <a:lvl8pPr lvl="7">
              <a:buNone/>
              <a:defRPr sz="1100"/>
            </a:lvl8pPr>
            <a:lvl9pPr lvl="8">
              <a:buNone/>
              <a:defRPr sz="1100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" name="Google Shape;11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8176" y="4615201"/>
            <a:ext cx="540001" cy="539999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www.xilinx.com/member/forms/download/xef-vivado.html?filename=Xilinx_Vivado_SDK_2018.3_1207_2324.tar.gz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2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Relationship Id="rId4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Relationship Id="rId4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github.com/Digilent/vivado-boards.git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2.png"/><Relationship Id="rId4" Type="http://schemas.openxmlformats.org/officeDocument/2006/relationships/image" Target="../media/image7.png"/><Relationship Id="rId5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github.com/B-Lang-org/bsc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github.com/riscv/riscv-gnu-toolchain" TargetMode="External"/><Relationship Id="rId4" Type="http://schemas.openxmlformats.org/officeDocument/2006/relationships/hyperlink" Target="https://gcc.gnu.org/git/gcc.git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github.com/riscv-software-src/riscv-isa-sim.git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github.com/verilator/verilator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 txBox="1"/>
          <p:nvPr>
            <p:ph type="ctrTitle"/>
          </p:nvPr>
        </p:nvSpPr>
        <p:spPr>
          <a:xfrm>
            <a:off x="94100" y="1862025"/>
            <a:ext cx="8969700" cy="763200"/>
          </a:xfrm>
          <a:prstGeom prst="rect">
            <a:avLst/>
          </a:prstGeom>
        </p:spPr>
        <p:txBody>
          <a:bodyPr anchorCtr="0" anchor="b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Tools Installation in Ubuntu</a:t>
            </a:r>
            <a:endParaRPr/>
          </a:p>
        </p:txBody>
      </p:sp>
      <p:sp>
        <p:nvSpPr>
          <p:cNvPr id="52" name="Google Shape;52;p10"/>
          <p:cNvSpPr txBox="1"/>
          <p:nvPr>
            <p:ph idx="1" type="subTitle"/>
          </p:nvPr>
        </p:nvSpPr>
        <p:spPr>
          <a:xfrm>
            <a:off x="318650" y="2680650"/>
            <a:ext cx="8520600" cy="120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B5394"/>
                </a:solidFill>
                <a:latin typeface="Dosis Medium"/>
                <a:ea typeface="Dosis Medium"/>
                <a:cs typeface="Dosis Medium"/>
                <a:sym typeface="Dosis Medium"/>
              </a:rPr>
              <a:t>SHAKTI Group | CSE Dept | PS-CDISHA - RISE LAB  </a:t>
            </a:r>
            <a:endParaRPr>
              <a:solidFill>
                <a:srgbClr val="0B5394"/>
              </a:solidFill>
              <a:latin typeface="Dosis Medium"/>
              <a:ea typeface="Dosis Medium"/>
              <a:cs typeface="Dosis Medium"/>
              <a:sym typeface="Dosis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B5394"/>
                </a:solidFill>
                <a:latin typeface="Dosis Medium"/>
                <a:ea typeface="Dosis Medium"/>
                <a:cs typeface="Dosis Medium"/>
                <a:sym typeface="Dosis Medium"/>
              </a:rPr>
              <a:t>IIT - Madras</a:t>
            </a:r>
            <a:endParaRPr>
              <a:solidFill>
                <a:srgbClr val="0B5394"/>
              </a:solidFill>
              <a:latin typeface="Dosis Medium"/>
              <a:ea typeface="Dosis Medium"/>
              <a:cs typeface="Dosis Medium"/>
              <a:sym typeface="Dosis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1"/>
          <p:cNvSpPr txBox="1"/>
          <p:nvPr>
            <p:ph type="title"/>
          </p:nvPr>
        </p:nvSpPr>
        <p:spPr>
          <a:xfrm>
            <a:off x="0" y="0"/>
            <a:ext cx="9144000" cy="5400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Dosis"/>
                <a:ea typeface="Dosis"/>
                <a:cs typeface="Dosis"/>
                <a:sym typeface="Dosis"/>
              </a:rPr>
              <a:t>Preview of the Session</a:t>
            </a:r>
            <a:endParaRPr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58" name="Google Shape;58;p11"/>
          <p:cNvSpPr txBox="1"/>
          <p:nvPr/>
        </p:nvSpPr>
        <p:spPr>
          <a:xfrm>
            <a:off x="318975" y="540000"/>
            <a:ext cx="84588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342900" rtl="0" algn="l">
              <a:spcBef>
                <a:spcPts val="1000"/>
              </a:spcBef>
              <a:spcAft>
                <a:spcPts val="0"/>
              </a:spcAft>
              <a:buClr>
                <a:srgbClr val="0B5394"/>
              </a:buClr>
              <a:buSzPts val="2500"/>
              <a:buFont typeface="Dosis Medium"/>
              <a:buAutoNum type="arabicPeriod"/>
            </a:pPr>
            <a:r>
              <a:rPr lang="en" sz="2500">
                <a:solidFill>
                  <a:srgbClr val="0B5394"/>
                </a:solidFill>
                <a:latin typeface="Dosis Medium"/>
                <a:ea typeface="Dosis Medium"/>
                <a:cs typeface="Dosis Medium"/>
                <a:sym typeface="Dosis Medium"/>
              </a:rPr>
              <a:t>Hardware</a:t>
            </a:r>
            <a:r>
              <a:rPr lang="en" sz="2500">
                <a:solidFill>
                  <a:srgbClr val="0B5394"/>
                </a:solidFill>
                <a:latin typeface="Dosis Medium"/>
                <a:ea typeface="Dosis Medium"/>
                <a:cs typeface="Dosis Medium"/>
                <a:sym typeface="Dosis Medium"/>
              </a:rPr>
              <a:t> Dependencies </a:t>
            </a:r>
            <a:endParaRPr sz="2500">
              <a:solidFill>
                <a:srgbClr val="0B5394"/>
              </a:solidFill>
              <a:latin typeface="Dosis Medium"/>
              <a:ea typeface="Dosis Medium"/>
              <a:cs typeface="Dosis Medium"/>
              <a:sym typeface="Dosis Mediu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B5394"/>
                </a:solidFill>
                <a:latin typeface="Dosis Medium"/>
                <a:ea typeface="Dosis Medium"/>
                <a:cs typeface="Dosis Medium"/>
                <a:sym typeface="Dosis Medium"/>
              </a:rPr>
              <a:t>2. Vivado Installation</a:t>
            </a:r>
            <a:endParaRPr sz="2500">
              <a:solidFill>
                <a:srgbClr val="0B5394"/>
              </a:solidFill>
              <a:latin typeface="Dosis Medium"/>
              <a:ea typeface="Dosis Medium"/>
              <a:cs typeface="Dosis Medium"/>
              <a:sym typeface="Dosis Mediu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B5394"/>
                </a:solidFill>
                <a:latin typeface="Dosis Medium"/>
                <a:ea typeface="Dosis Medium"/>
                <a:cs typeface="Dosis Medium"/>
                <a:sym typeface="Dosis Medium"/>
              </a:rPr>
              <a:t>3. </a:t>
            </a:r>
            <a:r>
              <a:rPr lang="en" sz="2500">
                <a:solidFill>
                  <a:srgbClr val="0B5394"/>
                </a:solidFill>
                <a:latin typeface="Dosis Medium"/>
                <a:ea typeface="Dosis Medium"/>
                <a:cs typeface="Dosis Medium"/>
                <a:sym typeface="Dosis Medium"/>
              </a:rPr>
              <a:t>Bluespec</a:t>
            </a:r>
            <a:r>
              <a:rPr lang="en" sz="2500">
                <a:solidFill>
                  <a:srgbClr val="0B5394"/>
                </a:solidFill>
                <a:latin typeface="Dosis Medium"/>
                <a:ea typeface="Dosis Medium"/>
                <a:cs typeface="Dosis Medium"/>
                <a:sym typeface="Dosis Medium"/>
              </a:rPr>
              <a:t> Compiler Installation</a:t>
            </a:r>
            <a:endParaRPr sz="2500">
              <a:solidFill>
                <a:srgbClr val="0B5394"/>
              </a:solidFill>
              <a:latin typeface="Dosis Medium"/>
              <a:ea typeface="Dosis Medium"/>
              <a:cs typeface="Dosis Medium"/>
              <a:sym typeface="Dosis Mediu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B5394"/>
                </a:solidFill>
                <a:latin typeface="Dosis Medium"/>
                <a:ea typeface="Dosis Medium"/>
                <a:cs typeface="Dosis Medium"/>
                <a:sym typeface="Dosis Medium"/>
              </a:rPr>
              <a:t>4. RISCV-GNU-Toolchain </a:t>
            </a:r>
            <a:r>
              <a:rPr lang="en" sz="2500">
                <a:solidFill>
                  <a:srgbClr val="0B5394"/>
                </a:solidFill>
                <a:latin typeface="Dosis Medium"/>
                <a:ea typeface="Dosis Medium"/>
                <a:cs typeface="Dosis Medium"/>
                <a:sym typeface="Dosis Medium"/>
              </a:rPr>
              <a:t>Installation</a:t>
            </a:r>
            <a:endParaRPr sz="2500">
              <a:solidFill>
                <a:srgbClr val="0B5394"/>
              </a:solidFill>
              <a:latin typeface="Dosis Medium"/>
              <a:ea typeface="Dosis Medium"/>
              <a:cs typeface="Dosis Medium"/>
              <a:sym typeface="Dosis Mediu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B5394"/>
                </a:solidFill>
                <a:latin typeface="Dosis Medium"/>
                <a:ea typeface="Dosis Medium"/>
                <a:cs typeface="Dosis Medium"/>
                <a:sym typeface="Dosis Medium"/>
              </a:rPr>
              <a:t>5. Spike Installation</a:t>
            </a:r>
            <a:endParaRPr sz="2500">
              <a:solidFill>
                <a:srgbClr val="0B5394"/>
              </a:solidFill>
              <a:latin typeface="Dosis Medium"/>
              <a:ea typeface="Dosis Medium"/>
              <a:cs typeface="Dosis Medium"/>
              <a:sym typeface="Dosis Mediu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B5394"/>
                </a:solidFill>
                <a:latin typeface="Dosis Medium"/>
                <a:ea typeface="Dosis Medium"/>
                <a:cs typeface="Dosis Medium"/>
                <a:sym typeface="Dosis Medium"/>
              </a:rPr>
              <a:t>6. Verilator Installation</a:t>
            </a:r>
            <a:endParaRPr sz="2500">
              <a:solidFill>
                <a:srgbClr val="0B5394"/>
              </a:solidFill>
              <a:latin typeface="Dosis Medium"/>
              <a:ea typeface="Dosis Medium"/>
              <a:cs typeface="Dosis Medium"/>
              <a:sym typeface="Dosis Mediu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B5394"/>
                </a:solidFill>
                <a:latin typeface="Dosis Medium"/>
                <a:ea typeface="Dosis Medium"/>
                <a:cs typeface="Dosis Medium"/>
                <a:sym typeface="Dosis Medium"/>
              </a:rPr>
              <a:t>7. GTKwave and GTKterm</a:t>
            </a:r>
            <a:endParaRPr sz="2500">
              <a:solidFill>
                <a:srgbClr val="0B5394"/>
              </a:solidFill>
              <a:latin typeface="Dosis Medium"/>
              <a:ea typeface="Dosis Medium"/>
              <a:cs typeface="Dosis Medium"/>
              <a:sym typeface="Dosis Medium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  <a:latin typeface="Dosis Medium"/>
              <a:ea typeface="Dosis Medium"/>
              <a:cs typeface="Dosis Medium"/>
              <a:sym typeface="Dosis Medium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  <a:latin typeface="Dosis Medium"/>
              <a:ea typeface="Dosis Medium"/>
              <a:cs typeface="Dosis Medium"/>
              <a:sym typeface="Dosis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2"/>
          <p:cNvSpPr txBox="1"/>
          <p:nvPr>
            <p:ph type="title"/>
          </p:nvPr>
        </p:nvSpPr>
        <p:spPr>
          <a:xfrm>
            <a:off x="0" y="0"/>
            <a:ext cx="9144000" cy="5400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Dosis"/>
                <a:ea typeface="Dosis"/>
                <a:cs typeface="Dosis"/>
                <a:sym typeface="Dosis"/>
              </a:rPr>
              <a:t>Introduction</a:t>
            </a:r>
            <a:endParaRPr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64" name="Google Shape;64;p12"/>
          <p:cNvSpPr txBox="1"/>
          <p:nvPr>
            <p:ph idx="1" type="body"/>
          </p:nvPr>
        </p:nvSpPr>
        <p:spPr>
          <a:xfrm>
            <a:off x="190825" y="701700"/>
            <a:ext cx="8714700" cy="39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Dosis"/>
                <a:ea typeface="Dosis"/>
                <a:cs typeface="Dosis"/>
                <a:sym typeface="Dosis"/>
              </a:rPr>
              <a:t>A set of Hardware and Software tools are required for Shakti SOC development.</a:t>
            </a:r>
            <a:br>
              <a:rPr lang="en">
                <a:latin typeface="Dosis"/>
                <a:ea typeface="Dosis"/>
                <a:cs typeface="Dosis"/>
                <a:sym typeface="Dosis"/>
              </a:rPr>
            </a:br>
            <a:r>
              <a:rPr lang="en">
                <a:latin typeface="Dosis"/>
                <a:ea typeface="Dosis"/>
                <a:cs typeface="Dosis"/>
                <a:sym typeface="Dosis"/>
              </a:rPr>
              <a:t>*It is recommended to use a system with Ubuntu 22.04.LTS.</a:t>
            </a:r>
            <a:endParaRPr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Dosis"/>
                <a:ea typeface="Dosis"/>
                <a:cs typeface="Dosis"/>
                <a:sym typeface="Dosis"/>
              </a:rPr>
              <a:t>	HARDWARE Dependencies:</a:t>
            </a:r>
            <a:endParaRPr>
              <a:latin typeface="Dosis"/>
              <a:ea typeface="Dosis"/>
              <a:cs typeface="Dosis"/>
              <a:sym typeface="Dosis"/>
            </a:endParaRPr>
          </a:p>
          <a:p>
            <a:pPr indent="-342900" lvl="0" marL="914400" rtl="0" algn="l">
              <a:spcBef>
                <a:spcPts val="1000"/>
              </a:spcBef>
              <a:spcAft>
                <a:spcPts val="0"/>
              </a:spcAft>
              <a:buSzPts val="1800"/>
              <a:buFont typeface="Dosis"/>
              <a:buChar char="●"/>
            </a:pPr>
            <a:r>
              <a:rPr lang="en">
                <a:latin typeface="Dosis"/>
                <a:ea typeface="Dosis"/>
                <a:cs typeface="Dosis"/>
                <a:sym typeface="Dosis"/>
              </a:rPr>
              <a:t>Vivado IDE</a:t>
            </a:r>
            <a:endParaRPr>
              <a:latin typeface="Dosis"/>
              <a:ea typeface="Dosis"/>
              <a:cs typeface="Dosis"/>
              <a:sym typeface="Dosis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Dosis"/>
              <a:buChar char="●"/>
            </a:pPr>
            <a:r>
              <a:rPr lang="en">
                <a:latin typeface="Dosis"/>
                <a:ea typeface="Dosis"/>
                <a:cs typeface="Dosis"/>
                <a:sym typeface="Dosis"/>
              </a:rPr>
              <a:t>Vivado Cable driver.</a:t>
            </a:r>
            <a:endParaRPr>
              <a:latin typeface="Dosis"/>
              <a:ea typeface="Dosis"/>
              <a:cs typeface="Dosis"/>
              <a:sym typeface="Dosis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Dosis"/>
              <a:buChar char="●"/>
            </a:pPr>
            <a:r>
              <a:rPr lang="en">
                <a:latin typeface="Dosis"/>
                <a:ea typeface="Dosis"/>
                <a:cs typeface="Dosis"/>
                <a:sym typeface="Dosis"/>
              </a:rPr>
              <a:t>Copying Board Files</a:t>
            </a:r>
            <a:endParaRPr>
              <a:latin typeface="Dosis"/>
              <a:ea typeface="Dosis"/>
              <a:cs typeface="Dosis"/>
              <a:sym typeface="Dosis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Dosis"/>
              <a:buChar char="●"/>
            </a:pPr>
            <a:r>
              <a:rPr lang="en">
                <a:latin typeface="Dosis"/>
                <a:ea typeface="Dosis"/>
                <a:cs typeface="Dosis"/>
                <a:sym typeface="Dosis"/>
              </a:rPr>
              <a:t>Bluespec Compiler</a:t>
            </a:r>
            <a:endParaRPr>
              <a:latin typeface="Dosis"/>
              <a:ea typeface="Dosis"/>
              <a:cs typeface="Dosis"/>
              <a:sym typeface="Dosis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Dosis"/>
              <a:buChar char="●"/>
            </a:pPr>
            <a:r>
              <a:rPr lang="en">
                <a:latin typeface="Dosis"/>
                <a:ea typeface="Dosis"/>
                <a:cs typeface="Dosis"/>
                <a:sym typeface="Dosis"/>
              </a:rPr>
              <a:t>GTKWave</a:t>
            </a:r>
            <a:endParaRPr>
              <a:latin typeface="Dosis"/>
              <a:ea typeface="Dosis"/>
              <a:cs typeface="Dosis"/>
              <a:sym typeface="Dosis"/>
            </a:endParaRPr>
          </a:p>
          <a:p>
            <a: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+"/>
            </a:pPr>
            <a:r>
              <a:rPr lang="en"/>
              <a:t>Installation dependencies</a:t>
            </a:r>
            <a:endParaRPr/>
          </a:p>
        </p:txBody>
      </p:sp>
      <p:sp>
        <p:nvSpPr>
          <p:cNvPr id="65" name="Google Shape;65;p12"/>
          <p:cNvSpPr txBox="1"/>
          <p:nvPr/>
        </p:nvSpPr>
        <p:spPr>
          <a:xfrm>
            <a:off x="5115600" y="1582075"/>
            <a:ext cx="3317400" cy="27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SOFTWARE</a:t>
            </a:r>
            <a:r>
              <a:rPr lang="en" sz="1800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 Dependencies:</a:t>
            </a:r>
            <a:endParaRPr sz="1800"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Dosis"/>
              <a:buChar char="●"/>
            </a:pPr>
            <a:r>
              <a:rPr lang="en" sz="1800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RISC-V GNU toolchain.</a:t>
            </a:r>
            <a:endParaRPr sz="1800"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Dosis"/>
              <a:buChar char="●"/>
            </a:pPr>
            <a:r>
              <a:rPr lang="en" sz="1800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Spike</a:t>
            </a:r>
            <a:endParaRPr sz="1800"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Dosis"/>
              <a:buChar char="●"/>
            </a:pPr>
            <a:r>
              <a:rPr lang="en" sz="1800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Verilator.</a:t>
            </a:r>
            <a:endParaRPr sz="1800"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Dosis"/>
              <a:buChar char="●"/>
            </a:pPr>
            <a:r>
              <a:rPr lang="en" sz="1800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Gtkterm</a:t>
            </a:r>
            <a:endParaRPr sz="1800"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3"/>
          <p:cNvSpPr txBox="1"/>
          <p:nvPr>
            <p:ph type="title"/>
          </p:nvPr>
        </p:nvSpPr>
        <p:spPr>
          <a:xfrm>
            <a:off x="0" y="0"/>
            <a:ext cx="9144000" cy="5400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Dosis"/>
                <a:ea typeface="Dosis"/>
                <a:cs typeface="Dosis"/>
                <a:sym typeface="Dosis"/>
              </a:rPr>
              <a:t>Common Dependencies</a:t>
            </a:r>
            <a:endParaRPr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71" name="Google Shape;71;p13"/>
          <p:cNvSpPr txBox="1"/>
          <p:nvPr>
            <p:ph idx="1" type="body"/>
          </p:nvPr>
        </p:nvSpPr>
        <p:spPr>
          <a:xfrm>
            <a:off x="190825" y="701700"/>
            <a:ext cx="8714700" cy="39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	</a:t>
            </a:r>
            <a:r>
              <a:rPr lang="en">
                <a:latin typeface="Dosis"/>
                <a:ea typeface="Dosis"/>
                <a:cs typeface="Dosis"/>
                <a:sym typeface="Dosis"/>
              </a:rPr>
              <a:t>The following installation dependencies are required by both Hardware and Software Shakti flow.</a:t>
            </a:r>
            <a:endParaRPr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Dosis"/>
                <a:ea typeface="Dosis"/>
                <a:cs typeface="Dosis"/>
                <a:sym typeface="Dosis"/>
              </a:rPr>
              <a:t>Open a terminal and Start Installing!</a:t>
            </a:r>
            <a:endParaRPr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Dosis"/>
                <a:ea typeface="Dosis"/>
                <a:cs typeface="Dosis"/>
                <a:sym typeface="Dosis"/>
              </a:rPr>
              <a:t>Command:</a:t>
            </a:r>
            <a:endParaRPr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b="1" lang="en">
                <a:latin typeface="Dosis"/>
                <a:ea typeface="Dosis"/>
                <a:cs typeface="Dosis"/>
                <a:sym typeface="Dosis"/>
              </a:rPr>
              <a:t>→ sudo apt-get install autoconf automake autotools-dev curl make libmpc-dev libmpfr-dev libgmp-dev bc  gawk build-essential bison flex texinfo gperf libtool patchutils zlib1g-dev pkg-config</a:t>
            </a:r>
            <a:r>
              <a:rPr b="1" lang="en">
                <a:latin typeface="Dosis"/>
                <a:ea typeface="Dosis"/>
                <a:cs typeface="Dosis"/>
                <a:sym typeface="Dosis"/>
              </a:rPr>
              <a:t> </a:t>
            </a:r>
            <a:endParaRPr b="1">
              <a:latin typeface="Dosis"/>
              <a:ea typeface="Dosis"/>
              <a:cs typeface="Dosis"/>
              <a:sym typeface="Dosi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/>
          <p:cNvSpPr txBox="1"/>
          <p:nvPr>
            <p:ph type="title"/>
          </p:nvPr>
        </p:nvSpPr>
        <p:spPr>
          <a:xfrm>
            <a:off x="0" y="0"/>
            <a:ext cx="9144000" cy="5400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Dosis"/>
                <a:ea typeface="Dosis"/>
                <a:cs typeface="Dosis"/>
                <a:sym typeface="Dosis"/>
              </a:rPr>
              <a:t>Vivado Installation</a:t>
            </a:r>
            <a:endParaRPr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77" name="Google Shape;77;p14"/>
          <p:cNvSpPr txBox="1"/>
          <p:nvPr>
            <p:ph idx="1" type="body"/>
          </p:nvPr>
        </p:nvSpPr>
        <p:spPr>
          <a:xfrm>
            <a:off x="214650" y="595650"/>
            <a:ext cx="8714700" cy="395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Dosis"/>
                <a:ea typeface="Dosis"/>
                <a:cs typeface="Dosis"/>
                <a:sym typeface="Dosis"/>
              </a:rPr>
              <a:t>A</a:t>
            </a:r>
            <a:r>
              <a:rPr lang="en">
                <a:latin typeface="Dosis"/>
                <a:ea typeface="Dosis"/>
                <a:cs typeface="Dosis"/>
                <a:sym typeface="Dosis"/>
              </a:rPr>
              <a:t> set of Vivado dependencies which are used for connecting FPGA boards to Vivado and programming the FPGA boards needs to be installed before starting vivado installation.</a:t>
            </a:r>
            <a:endParaRPr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Dosis"/>
                <a:ea typeface="Dosis"/>
                <a:cs typeface="Dosis"/>
                <a:sym typeface="Dosis"/>
              </a:rPr>
              <a:t>Command:</a:t>
            </a:r>
            <a:endParaRPr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>
                <a:latin typeface="Dosis"/>
                <a:ea typeface="Dosis"/>
                <a:cs typeface="Dosis"/>
                <a:sym typeface="Dosis"/>
              </a:rPr>
              <a:t>→ sudo apt-get install libusb-1.0-0-dev libusb-0.1-4 libftdi1 libftdi1-2 libncurses5</a:t>
            </a:r>
            <a:endParaRPr b="1"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Dosis"/>
                <a:ea typeface="Dosis"/>
                <a:cs typeface="Dosis"/>
                <a:sym typeface="Dosis"/>
              </a:rPr>
              <a:t>After installing the above dependencies, proceed on to download the Vivado software from the Link provided.</a:t>
            </a:r>
            <a:endParaRPr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latin typeface="Dosis"/>
                <a:ea typeface="Dosis"/>
                <a:cs typeface="Dosis"/>
                <a:sym typeface="Dosis"/>
                <a:hlinkClick r:id="rId3"/>
              </a:rPr>
              <a:t>https://www.xilinx.com/member/forms/download/xef-vivado.html?filename=Xilinx_Vivado_SDK_2018.3_1207_2324.tar.gz</a:t>
            </a:r>
            <a:endParaRPr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000">
                <a:latin typeface="Dosis"/>
                <a:ea typeface="Dosis"/>
                <a:cs typeface="Dosis"/>
                <a:sym typeface="Dosis"/>
              </a:rPr>
              <a:t>Note: * </a:t>
            </a:r>
            <a:endParaRPr b="1" sz="1000"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000">
                <a:latin typeface="Dosis"/>
                <a:ea typeface="Dosis"/>
                <a:cs typeface="Dosis"/>
                <a:sym typeface="Dosis"/>
              </a:rPr>
              <a:t>A login is required to download the tar file in the AMD website.</a:t>
            </a:r>
            <a:endParaRPr b="1" sz="1000"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000">
                <a:latin typeface="Dosis"/>
                <a:ea typeface="Dosis"/>
                <a:cs typeface="Dosis"/>
                <a:sym typeface="Dosis"/>
              </a:rPr>
              <a:t>Higher versions also can be installed.</a:t>
            </a:r>
            <a:endParaRPr b="1" sz="1000"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latin typeface="Dosis"/>
              <a:ea typeface="Dosis"/>
              <a:cs typeface="Dosis"/>
              <a:sym typeface="Dosi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5"/>
          <p:cNvSpPr txBox="1"/>
          <p:nvPr>
            <p:ph type="title"/>
          </p:nvPr>
        </p:nvSpPr>
        <p:spPr>
          <a:xfrm>
            <a:off x="0" y="0"/>
            <a:ext cx="9144000" cy="5400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Dosis"/>
                <a:ea typeface="Dosis"/>
                <a:cs typeface="Dosis"/>
                <a:sym typeface="Dosis"/>
              </a:rPr>
              <a:t>Vivado Installation</a:t>
            </a:r>
            <a:endParaRPr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83" name="Google Shape;83;p15"/>
          <p:cNvSpPr txBox="1"/>
          <p:nvPr>
            <p:ph idx="1" type="body"/>
          </p:nvPr>
        </p:nvSpPr>
        <p:spPr>
          <a:xfrm>
            <a:off x="190825" y="701700"/>
            <a:ext cx="8714700" cy="39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Dosis"/>
                <a:ea typeface="Dosis"/>
                <a:cs typeface="Dosis"/>
                <a:sym typeface="Dosis"/>
              </a:rPr>
              <a:t>After downloading, go to the file l</a:t>
            </a:r>
            <a:r>
              <a:rPr lang="en">
                <a:latin typeface="Dosis"/>
                <a:ea typeface="Dosis"/>
                <a:cs typeface="Dosis"/>
                <a:sym typeface="Dosis"/>
              </a:rPr>
              <a:t>ocation and</a:t>
            </a:r>
            <a:r>
              <a:rPr lang="en">
                <a:latin typeface="Dosis"/>
                <a:ea typeface="Dosis"/>
                <a:cs typeface="Dosis"/>
                <a:sym typeface="Dosis"/>
              </a:rPr>
              <a:t> untar the file “&lt;filename&gt;.tar.xz” </a:t>
            </a:r>
            <a:endParaRPr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>
                <a:latin typeface="Dosis"/>
                <a:ea typeface="Dosis"/>
                <a:cs typeface="Dosis"/>
                <a:sym typeface="Dosis"/>
              </a:rPr>
              <a:t>→ tar xf Xilinx_Vivado_SDK_2018.3_1207_2324.tar.gz</a:t>
            </a:r>
            <a:endParaRPr b="1"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Dosis"/>
                <a:ea typeface="Dosis"/>
                <a:cs typeface="Dosis"/>
                <a:sym typeface="Dosis"/>
              </a:rPr>
              <a:t>Go inside the Untarred folder and update file permission (executable)  of the file “xsetup” by using the command     </a:t>
            </a:r>
            <a:endParaRPr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>
                <a:latin typeface="Dosis"/>
                <a:ea typeface="Dosis"/>
                <a:cs typeface="Dosis"/>
                <a:sym typeface="Dosis"/>
              </a:rPr>
              <a:t>→ chmod 777 xsetup</a:t>
            </a:r>
            <a:endParaRPr b="1"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Dosis"/>
                <a:ea typeface="Dosis"/>
                <a:cs typeface="Dosis"/>
                <a:sym typeface="Dosis"/>
              </a:rPr>
              <a:t>Run the code “./xsetup” (./xsetup) in the terminal”</a:t>
            </a:r>
            <a:endParaRPr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Dosis"/>
                <a:ea typeface="Dosis"/>
                <a:cs typeface="Dosis"/>
                <a:sym typeface="Dosis"/>
              </a:rPr>
              <a:t>	</a:t>
            </a:r>
            <a:endParaRPr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latin typeface="Dosis"/>
              <a:ea typeface="Dosis"/>
              <a:cs typeface="Dosis"/>
              <a:sym typeface="Dosis"/>
            </a:endParaRPr>
          </a:p>
        </p:txBody>
      </p:sp>
      <p:pic>
        <p:nvPicPr>
          <p:cNvPr id="84" name="Google Shape;8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33275" y="2536900"/>
            <a:ext cx="3448350" cy="250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 txBox="1"/>
          <p:nvPr>
            <p:ph type="title"/>
          </p:nvPr>
        </p:nvSpPr>
        <p:spPr>
          <a:xfrm>
            <a:off x="0" y="0"/>
            <a:ext cx="9144000" cy="5400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Dosis"/>
                <a:ea typeface="Dosis"/>
                <a:cs typeface="Dosis"/>
                <a:sym typeface="Dosis"/>
              </a:rPr>
              <a:t>Vivado Installation flow</a:t>
            </a:r>
            <a:endParaRPr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6"/>
          <p:cNvSpPr txBox="1"/>
          <p:nvPr>
            <p:ph idx="1" type="body"/>
          </p:nvPr>
        </p:nvSpPr>
        <p:spPr>
          <a:xfrm>
            <a:off x="190825" y="701700"/>
            <a:ext cx="8714700" cy="39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id="91" name="Google Shape;9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250" y="704888"/>
            <a:ext cx="4465750" cy="362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42600" y="714975"/>
            <a:ext cx="4439333" cy="360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7"/>
          <p:cNvSpPr txBox="1"/>
          <p:nvPr>
            <p:ph type="title"/>
          </p:nvPr>
        </p:nvSpPr>
        <p:spPr>
          <a:xfrm>
            <a:off x="0" y="0"/>
            <a:ext cx="9144000" cy="5400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Dosis"/>
                <a:ea typeface="Dosis"/>
                <a:cs typeface="Dosis"/>
                <a:sym typeface="Dosis"/>
              </a:rPr>
              <a:t>Vivado Installation flow</a:t>
            </a:r>
            <a:endParaRPr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7"/>
          <p:cNvSpPr txBox="1"/>
          <p:nvPr>
            <p:ph idx="1" type="body"/>
          </p:nvPr>
        </p:nvSpPr>
        <p:spPr>
          <a:xfrm>
            <a:off x="190825" y="701700"/>
            <a:ext cx="8714700" cy="39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id="99" name="Google Shape;9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750" y="814500"/>
            <a:ext cx="4638675" cy="3752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14425" y="885125"/>
            <a:ext cx="4386200" cy="356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8"/>
          <p:cNvSpPr txBox="1"/>
          <p:nvPr>
            <p:ph type="title"/>
          </p:nvPr>
        </p:nvSpPr>
        <p:spPr>
          <a:xfrm>
            <a:off x="0" y="0"/>
            <a:ext cx="9144000" cy="5400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Dosis"/>
                <a:ea typeface="Dosis"/>
                <a:cs typeface="Dosis"/>
                <a:sym typeface="Dosis"/>
              </a:rPr>
              <a:t>Vivado Installation flow</a:t>
            </a:r>
            <a:endParaRPr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8"/>
          <p:cNvSpPr txBox="1"/>
          <p:nvPr>
            <p:ph idx="1" type="body"/>
          </p:nvPr>
        </p:nvSpPr>
        <p:spPr>
          <a:xfrm>
            <a:off x="190825" y="701700"/>
            <a:ext cx="8714700" cy="39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id="107" name="Google Shape;10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2200" y="736550"/>
            <a:ext cx="4823125" cy="391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74500" y="736550"/>
            <a:ext cx="4518300" cy="391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9"/>
          <p:cNvSpPr txBox="1"/>
          <p:nvPr>
            <p:ph type="title"/>
          </p:nvPr>
        </p:nvSpPr>
        <p:spPr>
          <a:xfrm>
            <a:off x="0" y="0"/>
            <a:ext cx="9144000" cy="5400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Dosis"/>
                <a:ea typeface="Dosis"/>
                <a:cs typeface="Dosis"/>
                <a:sym typeface="Dosis"/>
              </a:rPr>
              <a:t>Vivado Installation flow</a:t>
            </a:r>
            <a:endParaRPr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9"/>
          <p:cNvSpPr txBox="1"/>
          <p:nvPr>
            <p:ph idx="1" type="body"/>
          </p:nvPr>
        </p:nvSpPr>
        <p:spPr>
          <a:xfrm>
            <a:off x="190825" y="701700"/>
            <a:ext cx="8714700" cy="39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id="115" name="Google Shape;11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6600" y="762975"/>
            <a:ext cx="4714875" cy="379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0"/>
          <p:cNvSpPr txBox="1"/>
          <p:nvPr>
            <p:ph type="title"/>
          </p:nvPr>
        </p:nvSpPr>
        <p:spPr>
          <a:xfrm>
            <a:off x="0" y="0"/>
            <a:ext cx="9144000" cy="5400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Dosis"/>
                <a:ea typeface="Dosis"/>
                <a:cs typeface="Dosis"/>
                <a:sym typeface="Dosis"/>
              </a:rPr>
              <a:t>Post Installation</a:t>
            </a:r>
            <a:endParaRPr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121" name="Google Shape;121;p20"/>
          <p:cNvSpPr txBox="1"/>
          <p:nvPr>
            <p:ph idx="1" type="body"/>
          </p:nvPr>
        </p:nvSpPr>
        <p:spPr>
          <a:xfrm>
            <a:off x="190825" y="701700"/>
            <a:ext cx="8714700" cy="39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Dosis"/>
                <a:ea typeface="Dosis"/>
                <a:cs typeface="Dosis"/>
                <a:sym typeface="Dosis"/>
              </a:rPr>
              <a:t>After installation, do the following.</a:t>
            </a:r>
            <a:endParaRPr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Dosis"/>
                <a:ea typeface="Dosis"/>
                <a:cs typeface="Dosis"/>
                <a:sym typeface="Dosis"/>
              </a:rPr>
              <a:t>1.Go to the folder     “[installed folder]/vivado/Vivado/2018.3/data/xicom/cable_drivers/lin64/install_script/install_drivers/”</a:t>
            </a:r>
            <a:endParaRPr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Dosis"/>
                <a:ea typeface="Dosis"/>
                <a:cs typeface="Dosis"/>
                <a:sym typeface="Dosis"/>
              </a:rPr>
              <a:t>2.run “</a:t>
            </a:r>
            <a:r>
              <a:rPr b="1" lang="en">
                <a:latin typeface="Dosis"/>
                <a:ea typeface="Dosis"/>
                <a:cs typeface="Dosis"/>
                <a:sym typeface="Dosis"/>
              </a:rPr>
              <a:t>sudo ./install_drivers</a:t>
            </a:r>
            <a:r>
              <a:rPr lang="en">
                <a:latin typeface="Dosis"/>
                <a:ea typeface="Dosis"/>
                <a:cs typeface="Dosis"/>
                <a:sym typeface="Dosis"/>
              </a:rPr>
              <a:t>”</a:t>
            </a:r>
            <a:endParaRPr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id="122" name="Google Shape;12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13500" y="1887825"/>
            <a:ext cx="4314825" cy="3095625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0"/>
          <p:cNvSpPr txBox="1"/>
          <p:nvPr/>
        </p:nvSpPr>
        <p:spPr>
          <a:xfrm>
            <a:off x="4165900" y="2040225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/>
          </a:p>
          <a:p>
            <a:pPr indent="0" lvl="0" marL="9144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Figure 9: Drivers Installation command</a:t>
            </a:r>
            <a:endParaRPr b="1"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These drivers are not available pre-installed in the Vivado ,so it is required to install them before connecting the board. </a:t>
            </a:r>
            <a:endParaRPr/>
          </a:p>
        </p:txBody>
      </p:sp>
      <p:sp>
        <p:nvSpPr>
          <p:cNvPr id="124" name="Google Shape;124;p20"/>
          <p:cNvSpPr txBox="1"/>
          <p:nvPr/>
        </p:nvSpPr>
        <p:spPr>
          <a:xfrm>
            <a:off x="341500" y="2864475"/>
            <a:ext cx="3714900" cy="18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*These drivers are not available pre-installed in the Vivado, so it needs to be installed before connecting the board. </a:t>
            </a:r>
            <a:endParaRPr sz="1800"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1"/>
          <p:cNvSpPr txBox="1"/>
          <p:nvPr>
            <p:ph type="title"/>
          </p:nvPr>
        </p:nvSpPr>
        <p:spPr>
          <a:xfrm>
            <a:off x="0" y="0"/>
            <a:ext cx="9144000" cy="5400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Dosis"/>
                <a:ea typeface="Dosis"/>
                <a:cs typeface="Dosis"/>
                <a:sym typeface="Dosis"/>
              </a:rPr>
              <a:t>Adding board files</a:t>
            </a:r>
            <a:endParaRPr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130" name="Google Shape;130;p21"/>
          <p:cNvSpPr txBox="1"/>
          <p:nvPr>
            <p:ph idx="1" type="body"/>
          </p:nvPr>
        </p:nvSpPr>
        <p:spPr>
          <a:xfrm>
            <a:off x="190825" y="701700"/>
            <a:ext cx="8714700" cy="39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Dosis"/>
                <a:ea typeface="Dosis"/>
                <a:cs typeface="Dosis"/>
                <a:sym typeface="Dosis"/>
              </a:rPr>
              <a:t>Board files can be added on cloning the board files from </a:t>
            </a:r>
            <a:r>
              <a:rPr lang="en">
                <a:latin typeface="Dosis"/>
                <a:ea typeface="Dosis"/>
                <a:cs typeface="Dosis"/>
                <a:sym typeface="Dosis"/>
              </a:rPr>
              <a:t>digilent</a:t>
            </a:r>
            <a:r>
              <a:rPr lang="en">
                <a:latin typeface="Dosis"/>
                <a:ea typeface="Dosis"/>
                <a:cs typeface="Dosis"/>
                <a:sym typeface="Dosis"/>
              </a:rPr>
              <a:t> github page.</a:t>
            </a:r>
            <a:endParaRPr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Dosis"/>
                <a:ea typeface="Dosis"/>
                <a:cs typeface="Dosis"/>
                <a:sym typeface="Dosis"/>
              </a:rPr>
              <a:t>a. Clone the repo.</a:t>
            </a:r>
            <a:endParaRPr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latin typeface="Dosis"/>
                <a:ea typeface="Dosis"/>
                <a:cs typeface="Dosis"/>
                <a:sym typeface="Dosis"/>
              </a:rPr>
              <a:t>→ git clone </a:t>
            </a:r>
            <a:r>
              <a:rPr b="1" lang="en" u="sng">
                <a:solidFill>
                  <a:schemeClr val="hlink"/>
                </a:solidFill>
                <a:latin typeface="Dosis"/>
                <a:ea typeface="Dosis"/>
                <a:cs typeface="Dosis"/>
                <a:sym typeface="Dosis"/>
                <a:hlinkClick r:id="rId3"/>
              </a:rPr>
              <a:t>https://github.com/Digilent/vivado-boards.git</a:t>
            </a:r>
            <a:endParaRPr b="1"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latin typeface="Dosis"/>
              <a:ea typeface="Dosis"/>
              <a:cs typeface="Dosis"/>
              <a:sym typeface="Dosi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Dosis"/>
                <a:ea typeface="Dosis"/>
                <a:cs typeface="Dosis"/>
                <a:sym typeface="Dosis"/>
              </a:rPr>
              <a:t>b</a:t>
            </a:r>
            <a:r>
              <a:rPr lang="en">
                <a:latin typeface="Dosis"/>
                <a:ea typeface="Dosis"/>
                <a:cs typeface="Dosis"/>
                <a:sym typeface="Dosis"/>
              </a:rPr>
              <a:t>. </a:t>
            </a:r>
            <a:r>
              <a:rPr lang="en">
                <a:latin typeface="Dosis"/>
                <a:ea typeface="Dosis"/>
                <a:cs typeface="Dosis"/>
                <a:sym typeface="Dosis"/>
              </a:rPr>
              <a:t>Go to the folder ./</a:t>
            </a:r>
            <a:r>
              <a:rPr lang="en">
                <a:latin typeface="Dosis"/>
                <a:ea typeface="Dosis"/>
                <a:cs typeface="Dosis"/>
                <a:sym typeface="Dosis"/>
              </a:rPr>
              <a:t>Digilent/vivado-boards/tree/master/new/board_files and copy them.</a:t>
            </a:r>
            <a:endParaRPr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Dosis"/>
                <a:ea typeface="Dosis"/>
                <a:cs typeface="Dosis"/>
                <a:sym typeface="Dosis"/>
              </a:rPr>
              <a:t>c. Paste the files to [vivado installed path]/Vivado/2018.3/data/boards/board_files. </a:t>
            </a:r>
            <a:endParaRPr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2"/>
          <p:cNvSpPr txBox="1"/>
          <p:nvPr>
            <p:ph type="title"/>
          </p:nvPr>
        </p:nvSpPr>
        <p:spPr>
          <a:xfrm>
            <a:off x="0" y="0"/>
            <a:ext cx="9144000" cy="5400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Invoking Vivado application</a:t>
            </a:r>
            <a:endParaRPr/>
          </a:p>
        </p:txBody>
      </p:sp>
      <p:sp>
        <p:nvSpPr>
          <p:cNvPr id="136" name="Google Shape;136;p22"/>
          <p:cNvSpPr txBox="1"/>
          <p:nvPr>
            <p:ph idx="1" type="body"/>
          </p:nvPr>
        </p:nvSpPr>
        <p:spPr>
          <a:xfrm>
            <a:off x="4530150" y="874550"/>
            <a:ext cx="4333500" cy="389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Dosis"/>
                <a:ea typeface="Dosis"/>
                <a:cs typeface="Dosis"/>
                <a:sym typeface="Dosis"/>
              </a:rPr>
              <a:t>2.Through Terminal </a:t>
            </a:r>
            <a:endParaRPr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Dosis"/>
                <a:ea typeface="Dosis"/>
                <a:cs typeface="Dosis"/>
                <a:sym typeface="Dosis"/>
              </a:rPr>
              <a:t>Go to following path “/path/install/vivado/Vivado/2018.3/”</a:t>
            </a:r>
            <a:endParaRPr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Dosis"/>
                <a:ea typeface="Dosis"/>
                <a:cs typeface="Dosis"/>
                <a:sym typeface="Dosis"/>
              </a:rPr>
              <a:t>Right click and open new terminal</a:t>
            </a:r>
            <a:endParaRPr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Dosis"/>
                <a:ea typeface="Dosis"/>
                <a:cs typeface="Dosis"/>
                <a:sym typeface="Dosis"/>
              </a:rPr>
              <a:t>Run the following command ./vivado , this should open vivado</a:t>
            </a:r>
            <a:endParaRPr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Dosis"/>
                <a:ea typeface="Dosis"/>
                <a:cs typeface="Dosis"/>
                <a:sym typeface="Dosis"/>
              </a:rPr>
              <a:t>Note: The executable path can be added to “.bashrc”.</a:t>
            </a:r>
            <a:endParaRPr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137" name="Google Shape;137;p22"/>
          <p:cNvSpPr txBox="1"/>
          <p:nvPr/>
        </p:nvSpPr>
        <p:spPr>
          <a:xfrm>
            <a:off x="195150" y="745750"/>
            <a:ext cx="42375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1.Through icon in home:</a:t>
            </a:r>
            <a:endParaRPr sz="1800"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1. Go to the Desktop and find the vivado icon </a:t>
            </a:r>
            <a:endParaRPr sz="1800"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2. Right click and select “Allow Launch”</a:t>
            </a:r>
            <a:endParaRPr sz="1800"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3.Double clicking the icon should open Vivado</a:t>
            </a:r>
            <a:endParaRPr sz="1800"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138" name="Google Shape;138;p22"/>
          <p:cNvSpPr txBox="1"/>
          <p:nvPr/>
        </p:nvSpPr>
        <p:spPr>
          <a:xfrm>
            <a:off x="195150" y="655150"/>
            <a:ext cx="8668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Vivado application can be invoked in two following ways.</a:t>
            </a:r>
            <a:endParaRPr sz="1800"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pic>
        <p:nvPicPr>
          <p:cNvPr id="139" name="Google Shape;13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475" y="1935223"/>
            <a:ext cx="4333500" cy="21091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9350" y="2907950"/>
            <a:ext cx="3492650" cy="2235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55763" y="1815183"/>
            <a:ext cx="4082275" cy="29575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50575" y="2989325"/>
            <a:ext cx="3492650" cy="2235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3"/>
          <p:cNvSpPr txBox="1"/>
          <p:nvPr>
            <p:ph type="title"/>
          </p:nvPr>
        </p:nvSpPr>
        <p:spPr>
          <a:xfrm>
            <a:off x="0" y="0"/>
            <a:ext cx="9144000" cy="5400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Dosis"/>
                <a:ea typeface="Dosis"/>
                <a:cs typeface="Dosis"/>
                <a:sym typeface="Dosis"/>
              </a:rPr>
              <a:t>Bluespec Compiler Installation</a:t>
            </a:r>
            <a:endParaRPr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148" name="Google Shape;148;p23"/>
          <p:cNvSpPr txBox="1"/>
          <p:nvPr>
            <p:ph idx="1" type="body"/>
          </p:nvPr>
        </p:nvSpPr>
        <p:spPr>
          <a:xfrm>
            <a:off x="190825" y="701700"/>
            <a:ext cx="8714700" cy="39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Dosis"/>
                <a:ea typeface="Dosis"/>
                <a:cs typeface="Dosis"/>
                <a:sym typeface="Dosis"/>
              </a:rPr>
              <a:t>Installation of Bluespec compiler is </a:t>
            </a:r>
            <a:r>
              <a:rPr lang="en">
                <a:latin typeface="Dosis"/>
                <a:ea typeface="Dosis"/>
                <a:cs typeface="Dosis"/>
                <a:sym typeface="Dosis"/>
              </a:rPr>
              <a:t>necessary</a:t>
            </a:r>
            <a:r>
              <a:rPr lang="en">
                <a:latin typeface="Dosis"/>
                <a:ea typeface="Dosis"/>
                <a:cs typeface="Dosis"/>
                <a:sym typeface="Dosis"/>
              </a:rPr>
              <a:t> as almost everything in and </a:t>
            </a:r>
            <a:r>
              <a:rPr lang="en">
                <a:latin typeface="Dosis"/>
                <a:ea typeface="Dosis"/>
                <a:cs typeface="Dosis"/>
                <a:sym typeface="Dosis"/>
              </a:rPr>
              <a:t>around</a:t>
            </a:r>
            <a:r>
              <a:rPr lang="en">
                <a:latin typeface="Dosis"/>
                <a:ea typeface="Dosis"/>
                <a:cs typeface="Dosis"/>
                <a:sym typeface="Dosis"/>
              </a:rPr>
              <a:t> </a:t>
            </a:r>
            <a:r>
              <a:rPr b="1" lang="en">
                <a:latin typeface="Dosis"/>
                <a:ea typeface="Dosis"/>
                <a:cs typeface="Dosis"/>
                <a:sym typeface="Dosis"/>
              </a:rPr>
              <a:t>Shakti </a:t>
            </a:r>
            <a:r>
              <a:rPr lang="en">
                <a:latin typeface="Dosis"/>
                <a:ea typeface="Dosis"/>
                <a:cs typeface="Dosis"/>
                <a:sym typeface="Dosis"/>
              </a:rPr>
              <a:t>is on Bluespec.</a:t>
            </a:r>
            <a:endParaRPr>
              <a:latin typeface="Dosis"/>
              <a:ea typeface="Dosis"/>
              <a:cs typeface="Dosis"/>
              <a:sym typeface="Dosi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Dosis"/>
              <a:buAutoNum type="arabicPeriod"/>
            </a:pPr>
            <a:r>
              <a:rPr lang="en">
                <a:latin typeface="Dosis"/>
                <a:ea typeface="Dosis"/>
                <a:cs typeface="Dosis"/>
                <a:sym typeface="Dosis"/>
              </a:rPr>
              <a:t>Install these specific dependencies and clone the repository:</a:t>
            </a:r>
            <a:endParaRPr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>
                <a:latin typeface="Dosis"/>
                <a:ea typeface="Dosis"/>
                <a:cs typeface="Dosis"/>
                <a:sym typeface="Dosis"/>
              </a:rPr>
              <a:t> → sudo apt-get install ghc libghc-regex-compat-dev libghc-syb-dev libghc-old-time-dev libghc-split-dev tcl-dev </a:t>
            </a:r>
            <a:endParaRPr b="1">
              <a:latin typeface="Dosis"/>
              <a:ea typeface="Dosis"/>
              <a:cs typeface="Dosis"/>
              <a:sym typeface="Dosi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Dosis"/>
              <a:buAutoNum type="arabicPeriod"/>
            </a:pPr>
            <a:r>
              <a:rPr lang="en">
                <a:latin typeface="Dosis"/>
                <a:ea typeface="Dosis"/>
                <a:cs typeface="Dosis"/>
                <a:sym typeface="Dosis"/>
              </a:rPr>
              <a:t>Clone the repo</a:t>
            </a:r>
            <a:r>
              <a:rPr b="1" lang="en">
                <a:latin typeface="Dosis"/>
                <a:ea typeface="Dosis"/>
                <a:cs typeface="Dosis"/>
                <a:sym typeface="Dosis"/>
              </a:rPr>
              <a:t> “ git clone --recursive </a:t>
            </a:r>
            <a:r>
              <a:rPr b="1" lang="en" u="sng">
                <a:solidFill>
                  <a:schemeClr val="hlink"/>
                </a:solidFill>
                <a:latin typeface="Dosis"/>
                <a:ea typeface="Dosis"/>
                <a:cs typeface="Dosis"/>
                <a:sym typeface="Dosis"/>
                <a:hlinkClick r:id="rId3"/>
              </a:rPr>
              <a:t>https://github.com/B-Lang-org/bsc</a:t>
            </a:r>
            <a:r>
              <a:rPr b="1" lang="en">
                <a:latin typeface="Dosis"/>
                <a:ea typeface="Dosis"/>
                <a:cs typeface="Dosis"/>
                <a:sym typeface="Dosis"/>
              </a:rPr>
              <a:t>”</a:t>
            </a:r>
            <a:endParaRPr b="1">
              <a:latin typeface="Dosis"/>
              <a:ea typeface="Dosis"/>
              <a:cs typeface="Dosis"/>
              <a:sym typeface="Dosi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Dosis"/>
              <a:buAutoNum type="arabicPeriod"/>
            </a:pPr>
            <a:r>
              <a:rPr lang="en">
                <a:latin typeface="Dosis"/>
                <a:ea typeface="Dosis"/>
                <a:cs typeface="Dosis"/>
                <a:sym typeface="Dosis"/>
              </a:rPr>
              <a:t>Go into bsc , checkout the git to 2025.01.1 branch and install </a:t>
            </a:r>
            <a:r>
              <a:rPr lang="en">
                <a:latin typeface="Dosis"/>
                <a:ea typeface="Dosis"/>
                <a:cs typeface="Dosis"/>
                <a:sym typeface="Dosis"/>
              </a:rPr>
              <a:t>from</a:t>
            </a:r>
            <a:r>
              <a:rPr lang="en">
                <a:latin typeface="Dosis"/>
                <a:ea typeface="Dosis"/>
                <a:cs typeface="Dosis"/>
                <a:sym typeface="Dosis"/>
              </a:rPr>
              <a:t> source:</a:t>
            </a:r>
            <a:endParaRPr>
              <a:latin typeface="Dosis"/>
              <a:ea typeface="Dosis"/>
              <a:cs typeface="Dosis"/>
              <a:sym typeface="Dosi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latin typeface="Dosis"/>
                <a:ea typeface="Dosis"/>
                <a:cs typeface="Dosis"/>
                <a:sym typeface="Dosis"/>
              </a:rPr>
              <a:t>→ cd bsc</a:t>
            </a:r>
            <a:endParaRPr b="1">
              <a:latin typeface="Dosis"/>
              <a:ea typeface="Dosis"/>
              <a:cs typeface="Dosis"/>
              <a:sym typeface="Dosi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latin typeface="Dosis"/>
                <a:ea typeface="Dosis"/>
                <a:cs typeface="Dosis"/>
                <a:sym typeface="Dosis"/>
              </a:rPr>
              <a:t>→ git checkout 2025.01.1</a:t>
            </a:r>
            <a:endParaRPr b="1">
              <a:latin typeface="Dosis"/>
              <a:ea typeface="Dosis"/>
              <a:cs typeface="Dosis"/>
              <a:sym typeface="Dosi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latin typeface="Dosis"/>
                <a:ea typeface="Dosis"/>
                <a:cs typeface="Dosis"/>
                <a:sym typeface="Dosis"/>
              </a:rPr>
              <a:t>→sudo make install-src</a:t>
            </a:r>
            <a:endParaRPr b="1"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latin typeface="Dosis"/>
              <a:ea typeface="Dosis"/>
              <a:cs typeface="Dosis"/>
              <a:sym typeface="Dosi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4"/>
          <p:cNvSpPr txBox="1"/>
          <p:nvPr>
            <p:ph type="title"/>
          </p:nvPr>
        </p:nvSpPr>
        <p:spPr>
          <a:xfrm>
            <a:off x="0" y="0"/>
            <a:ext cx="9144000" cy="5400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Dosis"/>
                <a:ea typeface="Dosis"/>
                <a:cs typeface="Dosis"/>
                <a:sym typeface="Dosis"/>
              </a:rPr>
              <a:t>Bluespec Compiler Installation</a:t>
            </a:r>
            <a:endParaRPr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154" name="Google Shape;154;p24"/>
          <p:cNvSpPr txBox="1"/>
          <p:nvPr>
            <p:ph idx="1" type="body"/>
          </p:nvPr>
        </p:nvSpPr>
        <p:spPr>
          <a:xfrm>
            <a:off x="190825" y="701700"/>
            <a:ext cx="8714700" cy="39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Dosis"/>
                <a:ea typeface="Dosis"/>
                <a:cs typeface="Dosis"/>
                <a:sym typeface="Dosis"/>
              </a:rPr>
              <a:t>Add the bluespec to the PATH in Linux by adding it to .</a:t>
            </a:r>
            <a:r>
              <a:rPr b="1" lang="en">
                <a:latin typeface="Dosis"/>
                <a:ea typeface="Dosis"/>
                <a:cs typeface="Dosis"/>
                <a:sym typeface="Dosis"/>
              </a:rPr>
              <a:t>bashrc </a:t>
            </a:r>
            <a:endParaRPr b="1"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latin typeface="Dosis"/>
                <a:ea typeface="Dosis"/>
                <a:cs typeface="Dosis"/>
                <a:sym typeface="Dosis"/>
              </a:rPr>
              <a:t>→ echo 'export PATH=/home/test/bsc/inst/bin:$PATH' &gt;&gt; ~/.bashrc</a:t>
            </a:r>
            <a:endParaRPr b="1"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Dosis"/>
                <a:ea typeface="Dosis"/>
                <a:cs typeface="Dosis"/>
                <a:sym typeface="Dosis"/>
              </a:rPr>
              <a:t>Bluespec compiler can be invoked easily with a small command:</a:t>
            </a:r>
            <a:endParaRPr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latin typeface="Dosis"/>
                <a:ea typeface="Dosis"/>
                <a:cs typeface="Dosis"/>
                <a:sym typeface="Dosis"/>
              </a:rPr>
              <a:t>→bsc</a:t>
            </a:r>
            <a:endParaRPr b="1"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b="1">
              <a:latin typeface="Dosis"/>
              <a:ea typeface="Dosis"/>
              <a:cs typeface="Dosis"/>
              <a:sym typeface="Dosis"/>
            </a:endParaRPr>
          </a:p>
        </p:txBody>
      </p:sp>
      <p:pic>
        <p:nvPicPr>
          <p:cNvPr id="155" name="Google Shape;15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8750" y="2926675"/>
            <a:ext cx="4105275" cy="145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5"/>
          <p:cNvSpPr txBox="1"/>
          <p:nvPr>
            <p:ph type="title"/>
          </p:nvPr>
        </p:nvSpPr>
        <p:spPr>
          <a:xfrm>
            <a:off x="0" y="0"/>
            <a:ext cx="9144000" cy="5400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Dosis"/>
                <a:ea typeface="Dosis"/>
                <a:cs typeface="Dosis"/>
                <a:sym typeface="Dosis"/>
              </a:rPr>
              <a:t>RISC-V GNU Toolchain Installation</a:t>
            </a:r>
            <a:endParaRPr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161" name="Google Shape;161;p25"/>
          <p:cNvSpPr txBox="1"/>
          <p:nvPr>
            <p:ph idx="1" type="body"/>
          </p:nvPr>
        </p:nvSpPr>
        <p:spPr>
          <a:xfrm>
            <a:off x="214650" y="540000"/>
            <a:ext cx="8714700" cy="39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Dosis"/>
                <a:ea typeface="Dosis"/>
                <a:cs typeface="Dosis"/>
                <a:sym typeface="Dosis"/>
              </a:rPr>
              <a:t>Install these specific dependencies and clone the repository:</a:t>
            </a:r>
            <a:endParaRPr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>
                <a:latin typeface="Dosis"/>
                <a:ea typeface="Dosis"/>
                <a:cs typeface="Dosis"/>
                <a:sym typeface="Dosis"/>
              </a:rPr>
              <a:t>→ sudo apt-get install  python3 python3-pip libexpat-dev ninja-build git cmake libglib2.0-dev libslirp-dev</a:t>
            </a:r>
            <a:endParaRPr b="1"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>
                <a:latin typeface="Dosis"/>
                <a:ea typeface="Dosis"/>
                <a:cs typeface="Dosis"/>
                <a:sym typeface="Dosis"/>
              </a:rPr>
              <a:t>→ git clone </a:t>
            </a:r>
            <a:r>
              <a:rPr b="1" lang="en" u="sng">
                <a:solidFill>
                  <a:schemeClr val="hlink"/>
                </a:solidFill>
                <a:latin typeface="Dosis"/>
                <a:ea typeface="Dosis"/>
                <a:cs typeface="Dosis"/>
                <a:sym typeface="Dosis"/>
                <a:hlinkClick r:id="rId3"/>
              </a:rPr>
              <a:t>https://github.com/riscv/riscv-gnu-toolchain</a:t>
            </a:r>
            <a:endParaRPr b="1"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Dosis"/>
                <a:ea typeface="Dosis"/>
                <a:cs typeface="Dosis"/>
                <a:sym typeface="Dosis"/>
              </a:rPr>
              <a:t>After cloning go into the folder , update the submodule, change version of gcc to 13.2 ,configure and make.These commands will configure ,make and install the toolchain. This will contain both 32-bit and 64-bit toolchain </a:t>
            </a:r>
            <a:endParaRPr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>
                <a:latin typeface="Dosis"/>
                <a:ea typeface="Dosis"/>
                <a:cs typeface="Dosis"/>
                <a:sym typeface="Dosis"/>
              </a:rPr>
              <a:t>→ cd riscv-gnu-toolchain</a:t>
            </a:r>
            <a:endParaRPr b="1"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>
                <a:latin typeface="Dosis"/>
                <a:ea typeface="Dosis"/>
                <a:cs typeface="Dosis"/>
                <a:sym typeface="Dosis"/>
              </a:rPr>
              <a:t>→ git submodule update --init --recursive</a:t>
            </a:r>
            <a:endParaRPr b="1"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>
                <a:latin typeface="Dosis"/>
                <a:ea typeface="Dosis"/>
                <a:cs typeface="Dosis"/>
                <a:sym typeface="Dosis"/>
              </a:rPr>
              <a:t>→ sudo rm -rf gcc</a:t>
            </a:r>
            <a:endParaRPr b="1"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>
                <a:latin typeface="Dosis"/>
                <a:ea typeface="Dosis"/>
                <a:cs typeface="Dosis"/>
                <a:sym typeface="Dosis"/>
              </a:rPr>
              <a:t>→ git clone </a:t>
            </a:r>
            <a:r>
              <a:rPr b="1" lang="en" u="sng">
                <a:solidFill>
                  <a:schemeClr val="hlink"/>
                </a:solidFill>
                <a:latin typeface="Dosis"/>
                <a:ea typeface="Dosis"/>
                <a:cs typeface="Dosis"/>
                <a:sym typeface="Dosis"/>
                <a:hlinkClick r:id="rId4"/>
              </a:rPr>
              <a:t>https://gcc.gnu.org/git/gcc.git</a:t>
            </a:r>
            <a:endParaRPr b="1"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>
                <a:latin typeface="Dosis"/>
                <a:ea typeface="Dosis"/>
                <a:cs typeface="Dosis"/>
                <a:sym typeface="Dosis"/>
              </a:rPr>
              <a:t>→ </a:t>
            </a:r>
            <a:r>
              <a:rPr b="1" lang="en">
                <a:latin typeface="Dosis"/>
                <a:ea typeface="Dosis"/>
                <a:cs typeface="Dosis"/>
                <a:sym typeface="Dosis"/>
              </a:rPr>
              <a:t>cd gcc</a:t>
            </a:r>
            <a:endParaRPr b="1"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Dosis"/>
                <a:ea typeface="Dosis"/>
                <a:cs typeface="Dosis"/>
                <a:sym typeface="Dosis"/>
              </a:rPr>
              <a:t> </a:t>
            </a:r>
            <a:endParaRPr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b="1"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162" name="Google Shape;162;p25"/>
          <p:cNvSpPr txBox="1"/>
          <p:nvPr/>
        </p:nvSpPr>
        <p:spPr>
          <a:xfrm>
            <a:off x="4276100" y="2628900"/>
            <a:ext cx="4764300" cy="26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→ </a:t>
            </a:r>
            <a:r>
              <a:rPr b="1" lang="en" sz="1800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git checkout releases/gcc-13.2.0</a:t>
            </a:r>
            <a:endParaRPr b="1" sz="1800"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→ cd ..</a:t>
            </a:r>
            <a:endParaRPr b="1" sz="1800"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→ mkdir build_rv</a:t>
            </a:r>
            <a:endParaRPr b="1" sz="1800"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→ ./configure --prefix=/path/to/toolchain/build_rv --enable-multilib </a:t>
            </a:r>
            <a:endParaRPr b="1" sz="1800"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→ sudo make -j $(nproc)</a:t>
            </a:r>
            <a:endParaRPr b="1" sz="18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6"/>
          <p:cNvSpPr txBox="1"/>
          <p:nvPr>
            <p:ph type="title"/>
          </p:nvPr>
        </p:nvSpPr>
        <p:spPr>
          <a:xfrm>
            <a:off x="0" y="0"/>
            <a:ext cx="9144000" cy="5400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Dosis"/>
                <a:ea typeface="Dosis"/>
                <a:cs typeface="Dosis"/>
                <a:sym typeface="Dosis"/>
              </a:rPr>
              <a:t>RISC-V GNU Toolchain Installation</a:t>
            </a:r>
            <a:endParaRPr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168" name="Google Shape;168;p26"/>
          <p:cNvSpPr txBox="1"/>
          <p:nvPr>
            <p:ph idx="1" type="body"/>
          </p:nvPr>
        </p:nvSpPr>
        <p:spPr>
          <a:xfrm>
            <a:off x="190825" y="701700"/>
            <a:ext cx="8714700" cy="39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Dosis"/>
                <a:ea typeface="Dosis"/>
                <a:cs typeface="Dosis"/>
                <a:sym typeface="Dosis"/>
              </a:rPr>
              <a:t>Add the path to .bashrc </a:t>
            </a:r>
            <a:br>
              <a:rPr lang="en">
                <a:latin typeface="Dosis"/>
                <a:ea typeface="Dosis"/>
                <a:cs typeface="Dosis"/>
                <a:sym typeface="Dosis"/>
              </a:rPr>
            </a:br>
            <a:r>
              <a:rPr b="1" lang="en">
                <a:latin typeface="Dosis"/>
                <a:ea typeface="Dosis"/>
                <a:cs typeface="Dosis"/>
                <a:sym typeface="Dosis"/>
              </a:rPr>
              <a:t>→ echo 'export PATH=’[Path to risc-v toolchain]/riscv-gnu-toolchain/build_rv/bin:$PATH' &gt;&gt; ~/.bashrc </a:t>
            </a:r>
            <a:endParaRPr b="1"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Dosis"/>
                <a:ea typeface="Dosis"/>
                <a:cs typeface="Dosis"/>
                <a:sym typeface="Dosis"/>
              </a:rPr>
              <a:t>To verify try these commands:</a:t>
            </a:r>
            <a:endParaRPr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>
                <a:latin typeface="Dosis"/>
                <a:ea typeface="Dosis"/>
                <a:cs typeface="Dosis"/>
                <a:sym typeface="Dosis"/>
              </a:rPr>
              <a:t>→ which riscv64-unknown-elf-gcc</a:t>
            </a:r>
            <a:endParaRPr b="1"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>
                <a:latin typeface="Dosis"/>
                <a:ea typeface="Dosis"/>
                <a:cs typeface="Dosis"/>
                <a:sym typeface="Dosis"/>
              </a:rPr>
              <a:t>→ riscv64-unknown-elf-gcc --print-multi-lib</a:t>
            </a:r>
            <a:endParaRPr b="1"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latin typeface="Dosis"/>
              <a:ea typeface="Dosis"/>
              <a:cs typeface="Dosis"/>
              <a:sym typeface="Dosis"/>
            </a:endParaRPr>
          </a:p>
        </p:txBody>
      </p:sp>
      <p:pic>
        <p:nvPicPr>
          <p:cNvPr id="169" name="Google Shape;16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93375" y="1724013"/>
            <a:ext cx="5133975" cy="847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4500" y="3109725"/>
            <a:ext cx="5068700" cy="142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7"/>
          <p:cNvSpPr txBox="1"/>
          <p:nvPr>
            <p:ph type="title"/>
          </p:nvPr>
        </p:nvSpPr>
        <p:spPr>
          <a:xfrm>
            <a:off x="0" y="0"/>
            <a:ext cx="9144000" cy="5400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Dosis"/>
                <a:ea typeface="Dosis"/>
                <a:cs typeface="Dosis"/>
                <a:sym typeface="Dosis"/>
              </a:rPr>
              <a:t>Spike Installation </a:t>
            </a:r>
            <a:endParaRPr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176" name="Google Shape;176;p27"/>
          <p:cNvSpPr txBox="1"/>
          <p:nvPr>
            <p:ph idx="1" type="body"/>
          </p:nvPr>
        </p:nvSpPr>
        <p:spPr>
          <a:xfrm>
            <a:off x="190825" y="701700"/>
            <a:ext cx="8714700" cy="39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Dosis"/>
                <a:ea typeface="Dosis"/>
                <a:cs typeface="Dosis"/>
                <a:sym typeface="Dosis"/>
              </a:rPr>
              <a:t>Install these specific dependencies and clone the git from this </a:t>
            </a:r>
            <a:r>
              <a:rPr lang="en">
                <a:latin typeface="Dosis"/>
                <a:ea typeface="Dosis"/>
                <a:cs typeface="Dosis"/>
                <a:sym typeface="Dosis"/>
              </a:rPr>
              <a:t>repository</a:t>
            </a:r>
            <a:r>
              <a:rPr lang="en">
                <a:latin typeface="Dosis"/>
                <a:ea typeface="Dosis"/>
                <a:cs typeface="Dosis"/>
                <a:sym typeface="Dosis"/>
              </a:rPr>
              <a:t> :</a:t>
            </a:r>
            <a:endParaRPr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>
                <a:latin typeface="Dosis"/>
                <a:ea typeface="Dosis"/>
                <a:cs typeface="Dosis"/>
                <a:sym typeface="Dosis"/>
              </a:rPr>
              <a:t>→ sudo apt-get install device-tree-compiler libboost-regex-dev libboost-system-dev</a:t>
            </a:r>
            <a:endParaRPr b="1"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>
                <a:latin typeface="Dosis"/>
                <a:ea typeface="Dosis"/>
                <a:cs typeface="Dosis"/>
                <a:sym typeface="Dosis"/>
              </a:rPr>
              <a:t>→ git clone </a:t>
            </a:r>
            <a:r>
              <a:rPr b="1" lang="en" u="sng">
                <a:solidFill>
                  <a:schemeClr val="hlink"/>
                </a:solidFill>
                <a:latin typeface="Dosis"/>
                <a:ea typeface="Dosis"/>
                <a:cs typeface="Dosis"/>
                <a:sym typeface="Dosis"/>
                <a:hlinkClick r:id="rId3"/>
              </a:rPr>
              <a:t>https://github.com/riscv-software-src/riscv-isa-sim.git</a:t>
            </a:r>
            <a:endParaRPr b="1"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Dosis"/>
                <a:ea typeface="Dosis"/>
                <a:cs typeface="Dosis"/>
                <a:sym typeface="Dosis"/>
              </a:rPr>
              <a:t>Go inside the cloned directory and checkout to the specified branch:</a:t>
            </a:r>
            <a:endParaRPr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latin typeface="Dosis"/>
                <a:ea typeface="Dosis"/>
                <a:cs typeface="Dosis"/>
                <a:sym typeface="Dosis"/>
              </a:rPr>
              <a:t>→ cd riscv-isa-sim</a:t>
            </a:r>
            <a:endParaRPr b="1"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>
                <a:latin typeface="Dosis"/>
                <a:ea typeface="Dosis"/>
                <a:cs typeface="Dosis"/>
                <a:sym typeface="Dosis"/>
              </a:rPr>
              <a:t>→ git checkout d39cbb3ad27b2de882260c0a22f11a59efebb151</a:t>
            </a:r>
            <a:endParaRPr b="1"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b="1">
              <a:latin typeface="Dosis"/>
              <a:ea typeface="Dosis"/>
              <a:cs typeface="Dosis"/>
              <a:sym typeface="Dosi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8"/>
          <p:cNvSpPr txBox="1"/>
          <p:nvPr>
            <p:ph type="title"/>
          </p:nvPr>
        </p:nvSpPr>
        <p:spPr>
          <a:xfrm>
            <a:off x="0" y="0"/>
            <a:ext cx="9144000" cy="5400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Dosis"/>
                <a:ea typeface="Dosis"/>
                <a:cs typeface="Dosis"/>
                <a:sym typeface="Dosis"/>
              </a:rPr>
              <a:t>Spike Installation </a:t>
            </a:r>
            <a:endParaRPr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182" name="Google Shape;182;p28"/>
          <p:cNvSpPr txBox="1"/>
          <p:nvPr>
            <p:ph idx="1" type="body"/>
          </p:nvPr>
        </p:nvSpPr>
        <p:spPr>
          <a:xfrm>
            <a:off x="190825" y="701700"/>
            <a:ext cx="8714700" cy="39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Dosis"/>
                <a:ea typeface="Dosis"/>
                <a:cs typeface="Dosis"/>
                <a:sym typeface="Dosis"/>
              </a:rPr>
              <a:t>Create a build directory , configure it and make:</a:t>
            </a:r>
            <a:endParaRPr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>
                <a:latin typeface="Dosis"/>
                <a:ea typeface="Dosis"/>
                <a:cs typeface="Dosis"/>
                <a:sym typeface="Dosis"/>
              </a:rPr>
              <a:t>→ </a:t>
            </a:r>
            <a:r>
              <a:rPr b="1" lang="en">
                <a:latin typeface="Dosis"/>
                <a:ea typeface="Dosis"/>
                <a:cs typeface="Dosis"/>
                <a:sym typeface="Dosis"/>
              </a:rPr>
              <a:t>mkdir build</a:t>
            </a:r>
            <a:endParaRPr b="1"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>
                <a:latin typeface="Dosis"/>
                <a:ea typeface="Dosis"/>
                <a:cs typeface="Dosis"/>
                <a:sym typeface="Dosis"/>
              </a:rPr>
              <a:t>→ cd build</a:t>
            </a:r>
            <a:endParaRPr b="1"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>
                <a:latin typeface="Dosis"/>
                <a:ea typeface="Dosis"/>
                <a:cs typeface="Dosis"/>
                <a:sym typeface="Dosis"/>
              </a:rPr>
              <a:t>→ export RISCV=/path/to/install/spike</a:t>
            </a:r>
            <a:endParaRPr b="1"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>
                <a:latin typeface="Dosis"/>
                <a:ea typeface="Dosis"/>
                <a:cs typeface="Dosis"/>
                <a:sym typeface="Dosis"/>
              </a:rPr>
              <a:t>→ ./configure --prefix=$RISCV</a:t>
            </a:r>
            <a:endParaRPr b="1"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>
                <a:latin typeface="Dosis"/>
                <a:ea typeface="Dosis"/>
                <a:cs typeface="Dosis"/>
                <a:sym typeface="Dosis"/>
              </a:rPr>
              <a:t>→ sudo make -j $(nproc)</a:t>
            </a:r>
            <a:endParaRPr b="1"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>
                <a:latin typeface="Dosis"/>
                <a:ea typeface="Dosis"/>
                <a:cs typeface="Dosis"/>
                <a:sym typeface="Dosis"/>
              </a:rPr>
              <a:t>→ sudo make install</a:t>
            </a:r>
            <a:endParaRPr b="1"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b="1">
              <a:latin typeface="Dosis"/>
              <a:ea typeface="Dosis"/>
              <a:cs typeface="Dosis"/>
              <a:sym typeface="Dosi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9"/>
          <p:cNvSpPr txBox="1"/>
          <p:nvPr>
            <p:ph type="title"/>
          </p:nvPr>
        </p:nvSpPr>
        <p:spPr>
          <a:xfrm>
            <a:off x="0" y="0"/>
            <a:ext cx="9144000" cy="5400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Dosis"/>
                <a:ea typeface="Dosis"/>
                <a:cs typeface="Dosis"/>
                <a:sym typeface="Dosis"/>
              </a:rPr>
              <a:t>Spike Installation </a:t>
            </a:r>
            <a:endParaRPr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188" name="Google Shape;188;p29"/>
          <p:cNvSpPr txBox="1"/>
          <p:nvPr>
            <p:ph idx="1" type="body"/>
          </p:nvPr>
        </p:nvSpPr>
        <p:spPr>
          <a:xfrm>
            <a:off x="190825" y="701700"/>
            <a:ext cx="8714700" cy="39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Dosis"/>
                <a:ea typeface="Dosis"/>
                <a:cs typeface="Dosis"/>
                <a:sym typeface="Dosis"/>
              </a:rPr>
              <a:t>After Installation, Spike can be invoked with this command:</a:t>
            </a:r>
            <a:endParaRPr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>
                <a:latin typeface="Dosis"/>
                <a:ea typeface="Dosis"/>
                <a:cs typeface="Dosis"/>
                <a:sym typeface="Dosis"/>
              </a:rPr>
              <a:t>→ ./spike</a:t>
            </a:r>
            <a:endParaRPr b="1"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b="1">
              <a:latin typeface="Dosis"/>
              <a:ea typeface="Dosis"/>
              <a:cs typeface="Dosis"/>
              <a:sym typeface="Dosis"/>
            </a:endParaRPr>
          </a:p>
        </p:txBody>
      </p:sp>
      <p:pic>
        <p:nvPicPr>
          <p:cNvPr id="189" name="Google Shape;189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0850" y="1504475"/>
            <a:ext cx="4457700" cy="3209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0"/>
          <p:cNvSpPr txBox="1"/>
          <p:nvPr>
            <p:ph type="title"/>
          </p:nvPr>
        </p:nvSpPr>
        <p:spPr>
          <a:xfrm>
            <a:off x="0" y="0"/>
            <a:ext cx="9144000" cy="5400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Dosis"/>
                <a:ea typeface="Dosis"/>
                <a:cs typeface="Dosis"/>
                <a:sym typeface="Dosis"/>
              </a:rPr>
              <a:t>Verilator Installation</a:t>
            </a:r>
            <a:endParaRPr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195" name="Google Shape;195;p30"/>
          <p:cNvSpPr txBox="1"/>
          <p:nvPr>
            <p:ph idx="1" type="body"/>
          </p:nvPr>
        </p:nvSpPr>
        <p:spPr>
          <a:xfrm>
            <a:off x="190825" y="701700"/>
            <a:ext cx="8714700" cy="39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Dosis"/>
                <a:ea typeface="Dosis"/>
                <a:cs typeface="Dosis"/>
                <a:sym typeface="Dosis"/>
              </a:rPr>
              <a:t>Install the specific dependencies and clone the git from the specified directory:</a:t>
            </a:r>
            <a:endParaRPr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>
                <a:latin typeface="Dosis"/>
                <a:ea typeface="Dosis"/>
                <a:cs typeface="Dosis"/>
                <a:sym typeface="Dosis"/>
              </a:rPr>
              <a:t>→ sudo apt-get install perl g++ ccache libgoogle-perftools-dev numactl perl-doc libfl2 libfl-dev zlib1g help2man</a:t>
            </a:r>
            <a:endParaRPr b="1"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>
                <a:latin typeface="Dosis"/>
                <a:ea typeface="Dosis"/>
                <a:cs typeface="Dosis"/>
                <a:sym typeface="Dosis"/>
              </a:rPr>
              <a:t>→ git clone </a:t>
            </a:r>
            <a:r>
              <a:rPr b="1" lang="en" u="sng">
                <a:solidFill>
                  <a:schemeClr val="hlink"/>
                </a:solidFill>
                <a:latin typeface="Dosis"/>
                <a:ea typeface="Dosis"/>
                <a:cs typeface="Dosis"/>
                <a:sym typeface="Dosis"/>
                <a:hlinkClick r:id="rId3"/>
              </a:rPr>
              <a:t>https://github.com/verilator/verilator</a:t>
            </a:r>
            <a:endParaRPr b="1"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Dosis"/>
                <a:ea typeface="Dosis"/>
                <a:cs typeface="Dosis"/>
                <a:sym typeface="Dosis"/>
              </a:rPr>
              <a:t>Go into the cloned </a:t>
            </a:r>
            <a:r>
              <a:rPr lang="en">
                <a:latin typeface="Dosis"/>
                <a:ea typeface="Dosis"/>
                <a:cs typeface="Dosis"/>
                <a:sym typeface="Dosis"/>
              </a:rPr>
              <a:t>directory</a:t>
            </a:r>
            <a:r>
              <a:rPr lang="en">
                <a:latin typeface="Dosis"/>
                <a:ea typeface="Dosis"/>
                <a:cs typeface="Dosis"/>
                <a:sym typeface="Dosis"/>
              </a:rPr>
              <a:t> and checkout to the specified branch:</a:t>
            </a:r>
            <a:endParaRPr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latin typeface="Dosis"/>
                <a:ea typeface="Dosis"/>
                <a:cs typeface="Dosis"/>
                <a:sym typeface="Dosis"/>
              </a:rPr>
              <a:t>→ cd verilator</a:t>
            </a:r>
            <a:endParaRPr b="1"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>
                <a:latin typeface="Dosis"/>
                <a:ea typeface="Dosis"/>
                <a:cs typeface="Dosis"/>
                <a:sym typeface="Dosis"/>
              </a:rPr>
              <a:t>→ git checkout v5.024     </a:t>
            </a:r>
            <a:endParaRPr b="1"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b="1">
              <a:latin typeface="Dosis"/>
              <a:ea typeface="Dosis"/>
              <a:cs typeface="Dosis"/>
              <a:sym typeface="Dosi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1"/>
          <p:cNvSpPr txBox="1"/>
          <p:nvPr>
            <p:ph type="title"/>
          </p:nvPr>
        </p:nvSpPr>
        <p:spPr>
          <a:xfrm>
            <a:off x="0" y="0"/>
            <a:ext cx="9144000" cy="5400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Dosis"/>
                <a:ea typeface="Dosis"/>
                <a:cs typeface="Dosis"/>
                <a:sym typeface="Dosis"/>
              </a:rPr>
              <a:t>Verilator Installation</a:t>
            </a:r>
            <a:endParaRPr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201" name="Google Shape;201;p31"/>
          <p:cNvSpPr txBox="1"/>
          <p:nvPr>
            <p:ph idx="1" type="body"/>
          </p:nvPr>
        </p:nvSpPr>
        <p:spPr>
          <a:xfrm>
            <a:off x="190825" y="701700"/>
            <a:ext cx="8714700" cy="39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Dosis"/>
                <a:ea typeface="Dosis"/>
                <a:cs typeface="Dosis"/>
                <a:sym typeface="Dosis"/>
              </a:rPr>
              <a:t>Install Verilator through these commands:</a:t>
            </a:r>
            <a:endParaRPr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>
                <a:latin typeface="Dosis"/>
                <a:ea typeface="Dosis"/>
                <a:cs typeface="Dosis"/>
                <a:sym typeface="Dosis"/>
              </a:rPr>
              <a:t>→ unset VERILATOR_ROOT</a:t>
            </a:r>
            <a:endParaRPr b="1"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>
                <a:latin typeface="Dosis"/>
                <a:ea typeface="Dosis"/>
                <a:cs typeface="Dosis"/>
                <a:sym typeface="Dosis"/>
              </a:rPr>
              <a:t>→ autoconf</a:t>
            </a:r>
            <a:endParaRPr b="1"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>
                <a:latin typeface="Dosis"/>
                <a:ea typeface="Dosis"/>
                <a:cs typeface="Dosis"/>
                <a:sym typeface="Dosis"/>
              </a:rPr>
              <a:t>→ ./configure</a:t>
            </a:r>
            <a:endParaRPr b="1"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>
                <a:latin typeface="Dosis"/>
                <a:ea typeface="Dosis"/>
                <a:cs typeface="Dosis"/>
                <a:sym typeface="Dosis"/>
              </a:rPr>
              <a:t>→ make -j `nproc`</a:t>
            </a:r>
            <a:endParaRPr b="1"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>
                <a:latin typeface="Dosis"/>
                <a:ea typeface="Dosis"/>
                <a:cs typeface="Dosis"/>
                <a:sym typeface="Dosis"/>
              </a:rPr>
              <a:t>→ sudo make install</a:t>
            </a:r>
            <a:endParaRPr b="1"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Dosis"/>
                <a:ea typeface="Dosis"/>
                <a:cs typeface="Dosis"/>
                <a:sym typeface="Dosis"/>
              </a:rPr>
              <a:t>After Installation, we can check if verilator is there by giving,</a:t>
            </a:r>
            <a:endParaRPr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>
                <a:latin typeface="Dosis"/>
                <a:ea typeface="Dosis"/>
                <a:cs typeface="Dosis"/>
                <a:sym typeface="Dosis"/>
              </a:rPr>
              <a:t>→ verilator </a:t>
            </a:r>
            <a:endParaRPr b="1"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b="1">
              <a:latin typeface="Dosis"/>
              <a:ea typeface="Dosis"/>
              <a:cs typeface="Dosis"/>
              <a:sym typeface="Dosis"/>
            </a:endParaRPr>
          </a:p>
        </p:txBody>
      </p:sp>
      <p:pic>
        <p:nvPicPr>
          <p:cNvPr id="202" name="Google Shape;202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80775" y="82700"/>
            <a:ext cx="4638675" cy="3228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2"/>
          <p:cNvSpPr txBox="1"/>
          <p:nvPr>
            <p:ph type="title"/>
          </p:nvPr>
        </p:nvSpPr>
        <p:spPr>
          <a:xfrm>
            <a:off x="0" y="0"/>
            <a:ext cx="9144000" cy="5400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Dosis"/>
                <a:ea typeface="Dosis"/>
                <a:cs typeface="Dosis"/>
                <a:sym typeface="Dosis"/>
              </a:rPr>
              <a:t>GTKterm and GTKwave</a:t>
            </a:r>
            <a:endParaRPr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208" name="Google Shape;208;p32"/>
          <p:cNvSpPr txBox="1"/>
          <p:nvPr>
            <p:ph idx="1" type="body"/>
          </p:nvPr>
        </p:nvSpPr>
        <p:spPr>
          <a:xfrm>
            <a:off x="190825" y="701700"/>
            <a:ext cx="8714700" cy="39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Dosis"/>
                <a:ea typeface="Dosis"/>
                <a:cs typeface="Dosis"/>
                <a:sym typeface="Dosis"/>
              </a:rPr>
              <a:t>GTKwave → simulation software for checking the waveforms for the </a:t>
            </a:r>
            <a:r>
              <a:rPr lang="en">
                <a:latin typeface="Dosis"/>
                <a:ea typeface="Dosis"/>
                <a:cs typeface="Dosis"/>
                <a:sym typeface="Dosis"/>
              </a:rPr>
              <a:t>specific</a:t>
            </a:r>
            <a:r>
              <a:rPr lang="en">
                <a:latin typeface="Dosis"/>
                <a:ea typeface="Dosis"/>
                <a:cs typeface="Dosis"/>
                <a:sym typeface="Dosis"/>
              </a:rPr>
              <a:t> code.</a:t>
            </a:r>
            <a:endParaRPr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Dosis"/>
                <a:ea typeface="Dosis"/>
                <a:cs typeface="Dosis"/>
                <a:sym typeface="Dosis"/>
              </a:rPr>
              <a:t>GTKterm → emulator used for getting outputs from serial ports.</a:t>
            </a:r>
            <a:endParaRPr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Dosis"/>
                <a:ea typeface="Dosis"/>
                <a:cs typeface="Dosis"/>
                <a:sym typeface="Dosis"/>
              </a:rPr>
              <a:t>Installation of GTKwave and GTKterm is pretty simple, and are done through these commands:</a:t>
            </a:r>
            <a:endParaRPr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>
                <a:latin typeface="Dosis"/>
                <a:ea typeface="Dosis"/>
                <a:cs typeface="Dosis"/>
                <a:sym typeface="Dosis"/>
              </a:rPr>
              <a:t>→ sudo apt install gtkterm -y</a:t>
            </a:r>
            <a:endParaRPr b="1"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>
                <a:latin typeface="Dosis"/>
                <a:ea typeface="Dosis"/>
                <a:cs typeface="Dosis"/>
                <a:sym typeface="Dosis"/>
              </a:rPr>
              <a:t>→sudo apt install gtkwave -y</a:t>
            </a:r>
            <a:endParaRPr b="1"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Dosis"/>
                <a:ea typeface="Dosis"/>
                <a:cs typeface="Dosis"/>
                <a:sym typeface="Dosis"/>
              </a:rPr>
              <a:t>GTKterm and GTKwave can be used very </a:t>
            </a:r>
            <a:r>
              <a:rPr lang="en">
                <a:latin typeface="Dosis"/>
                <a:ea typeface="Dosis"/>
                <a:cs typeface="Dosis"/>
                <a:sym typeface="Dosis"/>
              </a:rPr>
              <a:t>easily</a:t>
            </a:r>
            <a:r>
              <a:rPr lang="en">
                <a:latin typeface="Dosis"/>
                <a:ea typeface="Dosis"/>
                <a:cs typeface="Dosis"/>
                <a:sym typeface="Dosis"/>
              </a:rPr>
              <a:t> through these commands:</a:t>
            </a:r>
            <a:endParaRPr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>
                <a:latin typeface="Dosis"/>
                <a:ea typeface="Dosis"/>
                <a:cs typeface="Dosis"/>
                <a:sym typeface="Dosis"/>
              </a:rPr>
              <a:t>→ sudo gtkterm</a:t>
            </a:r>
            <a:endParaRPr b="1"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b="1" lang="en">
                <a:latin typeface="Dosis"/>
                <a:ea typeface="Dosis"/>
                <a:cs typeface="Dosis"/>
                <a:sym typeface="Dosis"/>
              </a:rPr>
              <a:t>→ sudo gtkwave</a:t>
            </a:r>
            <a:endParaRPr b="1">
              <a:latin typeface="Dosis"/>
              <a:ea typeface="Dosis"/>
              <a:cs typeface="Dosis"/>
              <a:sym typeface="Dosi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3"/>
          <p:cNvSpPr txBox="1"/>
          <p:nvPr/>
        </p:nvSpPr>
        <p:spPr>
          <a:xfrm>
            <a:off x="906025" y="578475"/>
            <a:ext cx="7520100" cy="39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600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Thank you</a:t>
            </a:r>
            <a:endParaRPr b="1" sz="9600"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HAKTI-Template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